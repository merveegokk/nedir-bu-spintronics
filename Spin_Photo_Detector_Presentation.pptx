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5" r:id="rId3"/>
    <p:sldId id="263" r:id="rId4"/>
    <p:sldId id="257" r:id="rId5"/>
    <p:sldId id="266" r:id="rId6"/>
    <p:sldId id="258" r:id="rId7"/>
    <p:sldId id="259" r:id="rId8"/>
    <p:sldId id="260" r:id="rId9"/>
    <p:sldId id="261" r:id="rId10"/>
    <p:sldId id="262" r:id="rId11"/>
    <p:sldId id="267" r:id="rId12"/>
    <p:sldId id="264"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7" y="6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D0DEE4-FD4D-4EFD-9B39-6403539D40B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34F605D-B5D4-456F-8039-69CD8C1B2FCB}">
      <dgm:prSet/>
      <dgm:spPr/>
      <dgm:t>
        <a:bodyPr/>
        <a:lstStyle/>
        <a:p>
          <a:pPr>
            <a:defRPr cap="all"/>
          </a:pPr>
          <a:r>
            <a:rPr lang="en-US"/>
            <a:t>- Uses charge and spin of electrons</a:t>
          </a:r>
        </a:p>
      </dgm:t>
    </dgm:pt>
    <dgm:pt modelId="{FC6AC221-5DDD-489D-8987-226B8117A5D2}" type="parTrans" cxnId="{07726B86-2A29-4211-B02B-94866CFDA22D}">
      <dgm:prSet/>
      <dgm:spPr/>
      <dgm:t>
        <a:bodyPr/>
        <a:lstStyle/>
        <a:p>
          <a:endParaRPr lang="en-US"/>
        </a:p>
      </dgm:t>
    </dgm:pt>
    <dgm:pt modelId="{47CBE5A4-D442-44FF-B86C-0BD8CC1CC4C6}" type="sibTrans" cxnId="{07726B86-2A29-4211-B02B-94866CFDA22D}">
      <dgm:prSet/>
      <dgm:spPr/>
      <dgm:t>
        <a:bodyPr/>
        <a:lstStyle/>
        <a:p>
          <a:endParaRPr lang="en-US"/>
        </a:p>
      </dgm:t>
    </dgm:pt>
    <dgm:pt modelId="{2A28A8A9-94DE-41E9-986B-E7AAEE124F1A}">
      <dgm:prSet/>
      <dgm:spPr/>
      <dgm:t>
        <a:bodyPr/>
        <a:lstStyle/>
        <a:p>
          <a:pPr>
            <a:defRPr cap="all"/>
          </a:pPr>
          <a:r>
            <a:rPr lang="en-US"/>
            <a:t>- Enables faster and energy-efficient processing</a:t>
          </a:r>
        </a:p>
      </dgm:t>
    </dgm:pt>
    <dgm:pt modelId="{3930178F-A3DC-42A7-A598-72E19B8D5B56}" type="parTrans" cxnId="{15F8D96C-B676-49B9-9028-139F73EAEA42}">
      <dgm:prSet/>
      <dgm:spPr/>
      <dgm:t>
        <a:bodyPr/>
        <a:lstStyle/>
        <a:p>
          <a:endParaRPr lang="en-US"/>
        </a:p>
      </dgm:t>
    </dgm:pt>
    <dgm:pt modelId="{EE38BF26-3D42-4FCA-8CF2-0F59816C9CC6}" type="sibTrans" cxnId="{15F8D96C-B676-49B9-9028-139F73EAEA42}">
      <dgm:prSet/>
      <dgm:spPr/>
      <dgm:t>
        <a:bodyPr/>
        <a:lstStyle/>
        <a:p>
          <a:endParaRPr lang="en-US"/>
        </a:p>
      </dgm:t>
    </dgm:pt>
    <dgm:pt modelId="{382E078F-3553-49B0-B941-7D23EABA400B}">
      <dgm:prSet/>
      <dgm:spPr/>
      <dgm:t>
        <a:bodyPr/>
        <a:lstStyle/>
        <a:p>
          <a:pPr>
            <a:defRPr cap="all"/>
          </a:pPr>
          <a:r>
            <a:rPr lang="en-US"/>
            <a:t>- Used in next-gen memory and sensors</a:t>
          </a:r>
        </a:p>
      </dgm:t>
    </dgm:pt>
    <dgm:pt modelId="{E2D41778-FABA-4E46-B5B1-0E5BA19DF5F8}" type="parTrans" cxnId="{6DD987F4-7F56-433E-850A-CB3F0356C159}">
      <dgm:prSet/>
      <dgm:spPr/>
      <dgm:t>
        <a:bodyPr/>
        <a:lstStyle/>
        <a:p>
          <a:endParaRPr lang="en-US"/>
        </a:p>
      </dgm:t>
    </dgm:pt>
    <dgm:pt modelId="{4CB913E4-FF56-40FC-B910-8ACA41332CC3}" type="sibTrans" cxnId="{6DD987F4-7F56-433E-850A-CB3F0356C159}">
      <dgm:prSet/>
      <dgm:spPr/>
      <dgm:t>
        <a:bodyPr/>
        <a:lstStyle/>
        <a:p>
          <a:endParaRPr lang="en-US"/>
        </a:p>
      </dgm:t>
    </dgm:pt>
    <dgm:pt modelId="{FFF3CEA2-59FC-4F91-A190-920565EE2F15}" type="pres">
      <dgm:prSet presAssocID="{BAD0DEE4-FD4D-4EFD-9B39-6403539D40BE}" presName="root" presStyleCnt="0">
        <dgm:presLayoutVars>
          <dgm:dir/>
          <dgm:resizeHandles val="exact"/>
        </dgm:presLayoutVars>
      </dgm:prSet>
      <dgm:spPr/>
    </dgm:pt>
    <dgm:pt modelId="{24C7C5E6-3636-47C6-8E4F-F5A16F5A439D}" type="pres">
      <dgm:prSet presAssocID="{934F605D-B5D4-456F-8039-69CD8C1B2FCB}" presName="compNode" presStyleCnt="0"/>
      <dgm:spPr/>
    </dgm:pt>
    <dgm:pt modelId="{1AB105A4-766A-4388-AFF8-B14038B4FC51}" type="pres">
      <dgm:prSet presAssocID="{934F605D-B5D4-456F-8039-69CD8C1B2FCB}" presName="iconBgRect" presStyleLbl="bgShp" presStyleIdx="0" presStyleCnt="3"/>
      <dgm:spPr/>
    </dgm:pt>
    <dgm:pt modelId="{3495DE60-9B9F-48A5-AE0A-760B1DB94710}" type="pres">
      <dgm:prSet presAssocID="{934F605D-B5D4-456F-8039-69CD8C1B2FC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tom"/>
        </a:ext>
      </dgm:extLst>
    </dgm:pt>
    <dgm:pt modelId="{90C34C53-4A57-488B-9931-87716AB4836E}" type="pres">
      <dgm:prSet presAssocID="{934F605D-B5D4-456F-8039-69CD8C1B2FCB}" presName="spaceRect" presStyleCnt="0"/>
      <dgm:spPr/>
    </dgm:pt>
    <dgm:pt modelId="{0AF93D79-6808-4682-A5E5-12C257659BAB}" type="pres">
      <dgm:prSet presAssocID="{934F605D-B5D4-456F-8039-69CD8C1B2FCB}" presName="textRect" presStyleLbl="revTx" presStyleIdx="0" presStyleCnt="3">
        <dgm:presLayoutVars>
          <dgm:chMax val="1"/>
          <dgm:chPref val="1"/>
        </dgm:presLayoutVars>
      </dgm:prSet>
      <dgm:spPr/>
    </dgm:pt>
    <dgm:pt modelId="{ED202535-8232-4D0F-8F4B-1CF9701D32A7}" type="pres">
      <dgm:prSet presAssocID="{47CBE5A4-D442-44FF-B86C-0BD8CC1CC4C6}" presName="sibTrans" presStyleCnt="0"/>
      <dgm:spPr/>
    </dgm:pt>
    <dgm:pt modelId="{AFFEB47D-4858-4B5C-A067-ECF10D0991B6}" type="pres">
      <dgm:prSet presAssocID="{2A28A8A9-94DE-41E9-986B-E7AAEE124F1A}" presName="compNode" presStyleCnt="0"/>
      <dgm:spPr/>
    </dgm:pt>
    <dgm:pt modelId="{65633E3F-6F49-48F8-B3DD-163AB77E362A}" type="pres">
      <dgm:prSet presAssocID="{2A28A8A9-94DE-41E9-986B-E7AAEE124F1A}" presName="iconBgRect" presStyleLbl="bgShp" presStyleIdx="1" presStyleCnt="3"/>
      <dgm:spPr/>
    </dgm:pt>
    <dgm:pt modelId="{22F8895A-E680-47E9-A05E-AD7545CDFD7F}" type="pres">
      <dgm:prSet presAssocID="{2A28A8A9-94DE-41E9-986B-E7AAEE124F1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lectric Car"/>
        </a:ext>
      </dgm:extLst>
    </dgm:pt>
    <dgm:pt modelId="{C1922336-F6A9-4636-AAF9-9C5E13ADDBDF}" type="pres">
      <dgm:prSet presAssocID="{2A28A8A9-94DE-41E9-986B-E7AAEE124F1A}" presName="spaceRect" presStyleCnt="0"/>
      <dgm:spPr/>
    </dgm:pt>
    <dgm:pt modelId="{9D0B817C-DBD0-4921-B6C8-60A253C4C150}" type="pres">
      <dgm:prSet presAssocID="{2A28A8A9-94DE-41E9-986B-E7AAEE124F1A}" presName="textRect" presStyleLbl="revTx" presStyleIdx="1" presStyleCnt="3">
        <dgm:presLayoutVars>
          <dgm:chMax val="1"/>
          <dgm:chPref val="1"/>
        </dgm:presLayoutVars>
      </dgm:prSet>
      <dgm:spPr/>
    </dgm:pt>
    <dgm:pt modelId="{2DDFFA29-C809-484C-9D67-74B005597578}" type="pres">
      <dgm:prSet presAssocID="{EE38BF26-3D42-4FCA-8CF2-0F59816C9CC6}" presName="sibTrans" presStyleCnt="0"/>
      <dgm:spPr/>
    </dgm:pt>
    <dgm:pt modelId="{AD72CBC6-9C78-442F-AE92-FDB28BDB6531}" type="pres">
      <dgm:prSet presAssocID="{382E078F-3553-49B0-B941-7D23EABA400B}" presName="compNode" presStyleCnt="0"/>
      <dgm:spPr/>
    </dgm:pt>
    <dgm:pt modelId="{261C40B3-131F-41A1-A34C-39F4F3CA8581}" type="pres">
      <dgm:prSet presAssocID="{382E078F-3553-49B0-B941-7D23EABA400B}" presName="iconBgRect" presStyleLbl="bgShp" presStyleIdx="2" presStyleCnt="3"/>
      <dgm:spPr/>
    </dgm:pt>
    <dgm:pt modelId="{4E19B83E-4EE3-4BF6-B9D3-5D58BEF76C22}" type="pres">
      <dgm:prSet presAssocID="{382E078F-3553-49B0-B941-7D23EABA400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NA"/>
        </a:ext>
      </dgm:extLst>
    </dgm:pt>
    <dgm:pt modelId="{14D28BB1-42A8-4A51-A7A0-18B15D6E50D8}" type="pres">
      <dgm:prSet presAssocID="{382E078F-3553-49B0-B941-7D23EABA400B}" presName="spaceRect" presStyleCnt="0"/>
      <dgm:spPr/>
    </dgm:pt>
    <dgm:pt modelId="{8388D4C8-26F3-4BF5-893A-2353DEBCA588}" type="pres">
      <dgm:prSet presAssocID="{382E078F-3553-49B0-B941-7D23EABA400B}" presName="textRect" presStyleLbl="revTx" presStyleIdx="2" presStyleCnt="3">
        <dgm:presLayoutVars>
          <dgm:chMax val="1"/>
          <dgm:chPref val="1"/>
        </dgm:presLayoutVars>
      </dgm:prSet>
      <dgm:spPr/>
    </dgm:pt>
  </dgm:ptLst>
  <dgm:cxnLst>
    <dgm:cxn modelId="{F4D13939-24AA-4A61-A1A9-2AD7946B5B91}" type="presOf" srcId="{BAD0DEE4-FD4D-4EFD-9B39-6403539D40BE}" destId="{FFF3CEA2-59FC-4F91-A190-920565EE2F15}" srcOrd="0" destOrd="0" presId="urn:microsoft.com/office/officeart/2018/5/layout/IconCircleLabelList"/>
    <dgm:cxn modelId="{15F8D96C-B676-49B9-9028-139F73EAEA42}" srcId="{BAD0DEE4-FD4D-4EFD-9B39-6403539D40BE}" destId="{2A28A8A9-94DE-41E9-986B-E7AAEE124F1A}" srcOrd="1" destOrd="0" parTransId="{3930178F-A3DC-42A7-A598-72E19B8D5B56}" sibTransId="{EE38BF26-3D42-4FCA-8CF2-0F59816C9CC6}"/>
    <dgm:cxn modelId="{07726B86-2A29-4211-B02B-94866CFDA22D}" srcId="{BAD0DEE4-FD4D-4EFD-9B39-6403539D40BE}" destId="{934F605D-B5D4-456F-8039-69CD8C1B2FCB}" srcOrd="0" destOrd="0" parTransId="{FC6AC221-5DDD-489D-8987-226B8117A5D2}" sibTransId="{47CBE5A4-D442-44FF-B86C-0BD8CC1CC4C6}"/>
    <dgm:cxn modelId="{B43C5892-CD16-4089-AEEC-97DA7B0C6800}" type="presOf" srcId="{934F605D-B5D4-456F-8039-69CD8C1B2FCB}" destId="{0AF93D79-6808-4682-A5E5-12C257659BAB}" srcOrd="0" destOrd="0" presId="urn:microsoft.com/office/officeart/2018/5/layout/IconCircleLabelList"/>
    <dgm:cxn modelId="{21E53DE1-9AE5-405A-AAB7-BFEB508E266A}" type="presOf" srcId="{382E078F-3553-49B0-B941-7D23EABA400B}" destId="{8388D4C8-26F3-4BF5-893A-2353DEBCA588}" srcOrd="0" destOrd="0" presId="urn:microsoft.com/office/officeart/2018/5/layout/IconCircleLabelList"/>
    <dgm:cxn modelId="{A64827F2-62A5-41FA-B635-8BEB747A6D54}" type="presOf" srcId="{2A28A8A9-94DE-41E9-986B-E7AAEE124F1A}" destId="{9D0B817C-DBD0-4921-B6C8-60A253C4C150}" srcOrd="0" destOrd="0" presId="urn:microsoft.com/office/officeart/2018/5/layout/IconCircleLabelList"/>
    <dgm:cxn modelId="{6DD987F4-7F56-433E-850A-CB3F0356C159}" srcId="{BAD0DEE4-FD4D-4EFD-9B39-6403539D40BE}" destId="{382E078F-3553-49B0-B941-7D23EABA400B}" srcOrd="2" destOrd="0" parTransId="{E2D41778-FABA-4E46-B5B1-0E5BA19DF5F8}" sibTransId="{4CB913E4-FF56-40FC-B910-8ACA41332CC3}"/>
    <dgm:cxn modelId="{55224963-A273-4ABC-A428-A06EA6CD0D53}" type="presParOf" srcId="{FFF3CEA2-59FC-4F91-A190-920565EE2F15}" destId="{24C7C5E6-3636-47C6-8E4F-F5A16F5A439D}" srcOrd="0" destOrd="0" presId="urn:microsoft.com/office/officeart/2018/5/layout/IconCircleLabelList"/>
    <dgm:cxn modelId="{510F6B6F-7AC9-4F83-9397-5708F0C064D8}" type="presParOf" srcId="{24C7C5E6-3636-47C6-8E4F-F5A16F5A439D}" destId="{1AB105A4-766A-4388-AFF8-B14038B4FC51}" srcOrd="0" destOrd="0" presId="urn:microsoft.com/office/officeart/2018/5/layout/IconCircleLabelList"/>
    <dgm:cxn modelId="{A593C04C-E65C-4B3D-998B-73A3555FC7B7}" type="presParOf" srcId="{24C7C5E6-3636-47C6-8E4F-F5A16F5A439D}" destId="{3495DE60-9B9F-48A5-AE0A-760B1DB94710}" srcOrd="1" destOrd="0" presId="urn:microsoft.com/office/officeart/2018/5/layout/IconCircleLabelList"/>
    <dgm:cxn modelId="{874E1294-BB5B-422E-91B2-A41FC5A3ACD4}" type="presParOf" srcId="{24C7C5E6-3636-47C6-8E4F-F5A16F5A439D}" destId="{90C34C53-4A57-488B-9931-87716AB4836E}" srcOrd="2" destOrd="0" presId="urn:microsoft.com/office/officeart/2018/5/layout/IconCircleLabelList"/>
    <dgm:cxn modelId="{30A46378-F556-494D-8161-E50FA49ECE7C}" type="presParOf" srcId="{24C7C5E6-3636-47C6-8E4F-F5A16F5A439D}" destId="{0AF93D79-6808-4682-A5E5-12C257659BAB}" srcOrd="3" destOrd="0" presId="urn:microsoft.com/office/officeart/2018/5/layout/IconCircleLabelList"/>
    <dgm:cxn modelId="{36F87004-0302-4B3E-BFA0-3EB52B67014B}" type="presParOf" srcId="{FFF3CEA2-59FC-4F91-A190-920565EE2F15}" destId="{ED202535-8232-4D0F-8F4B-1CF9701D32A7}" srcOrd="1" destOrd="0" presId="urn:microsoft.com/office/officeart/2018/5/layout/IconCircleLabelList"/>
    <dgm:cxn modelId="{4C85C40B-BC21-44A8-BCD4-4331A8CBF2D4}" type="presParOf" srcId="{FFF3CEA2-59FC-4F91-A190-920565EE2F15}" destId="{AFFEB47D-4858-4B5C-A067-ECF10D0991B6}" srcOrd="2" destOrd="0" presId="urn:microsoft.com/office/officeart/2018/5/layout/IconCircleLabelList"/>
    <dgm:cxn modelId="{3F2BE14C-87B9-427F-B961-A80A4278C894}" type="presParOf" srcId="{AFFEB47D-4858-4B5C-A067-ECF10D0991B6}" destId="{65633E3F-6F49-48F8-B3DD-163AB77E362A}" srcOrd="0" destOrd="0" presId="urn:microsoft.com/office/officeart/2018/5/layout/IconCircleLabelList"/>
    <dgm:cxn modelId="{E38E34C3-B056-4C0D-8372-7C96621423A5}" type="presParOf" srcId="{AFFEB47D-4858-4B5C-A067-ECF10D0991B6}" destId="{22F8895A-E680-47E9-A05E-AD7545CDFD7F}" srcOrd="1" destOrd="0" presId="urn:microsoft.com/office/officeart/2018/5/layout/IconCircleLabelList"/>
    <dgm:cxn modelId="{A5B6C884-F56F-4CB0-B398-6224D98A36EA}" type="presParOf" srcId="{AFFEB47D-4858-4B5C-A067-ECF10D0991B6}" destId="{C1922336-F6A9-4636-AAF9-9C5E13ADDBDF}" srcOrd="2" destOrd="0" presId="urn:microsoft.com/office/officeart/2018/5/layout/IconCircleLabelList"/>
    <dgm:cxn modelId="{623A52F5-8219-498E-B7D7-6C205EDE834E}" type="presParOf" srcId="{AFFEB47D-4858-4B5C-A067-ECF10D0991B6}" destId="{9D0B817C-DBD0-4921-B6C8-60A253C4C150}" srcOrd="3" destOrd="0" presId="urn:microsoft.com/office/officeart/2018/5/layout/IconCircleLabelList"/>
    <dgm:cxn modelId="{44AFD325-E6F9-4529-BB16-CE8ECDDD1726}" type="presParOf" srcId="{FFF3CEA2-59FC-4F91-A190-920565EE2F15}" destId="{2DDFFA29-C809-484C-9D67-74B005597578}" srcOrd="3" destOrd="0" presId="urn:microsoft.com/office/officeart/2018/5/layout/IconCircleLabelList"/>
    <dgm:cxn modelId="{34700AC2-62EF-4326-84B4-C35E91EAA7B6}" type="presParOf" srcId="{FFF3CEA2-59FC-4F91-A190-920565EE2F15}" destId="{AD72CBC6-9C78-442F-AE92-FDB28BDB6531}" srcOrd="4" destOrd="0" presId="urn:microsoft.com/office/officeart/2018/5/layout/IconCircleLabelList"/>
    <dgm:cxn modelId="{794D14DC-059C-4933-A6B2-DBB774FE288E}" type="presParOf" srcId="{AD72CBC6-9C78-442F-AE92-FDB28BDB6531}" destId="{261C40B3-131F-41A1-A34C-39F4F3CA8581}" srcOrd="0" destOrd="0" presId="urn:microsoft.com/office/officeart/2018/5/layout/IconCircleLabelList"/>
    <dgm:cxn modelId="{A196F76B-FB3A-4C2E-8FE6-B889F8360A2C}" type="presParOf" srcId="{AD72CBC6-9C78-442F-AE92-FDB28BDB6531}" destId="{4E19B83E-4EE3-4BF6-B9D3-5D58BEF76C22}" srcOrd="1" destOrd="0" presId="urn:microsoft.com/office/officeart/2018/5/layout/IconCircleLabelList"/>
    <dgm:cxn modelId="{8AC84DD3-003B-45F8-80DA-9B4AC1A9F977}" type="presParOf" srcId="{AD72CBC6-9C78-442F-AE92-FDB28BDB6531}" destId="{14D28BB1-42A8-4A51-A7A0-18B15D6E50D8}" srcOrd="2" destOrd="0" presId="urn:microsoft.com/office/officeart/2018/5/layout/IconCircleLabelList"/>
    <dgm:cxn modelId="{C68A93E5-022D-4B6F-9A93-F3140A39F9B9}" type="presParOf" srcId="{AD72CBC6-9C78-442F-AE92-FDB28BDB6531}" destId="{8388D4C8-26F3-4BF5-893A-2353DEBCA58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8F1D89-504D-4D21-B773-DFAA3D5A6E90}"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F64B0FB1-0427-4D14-9E3A-2A869E74D1AA}">
      <dgm:prSet/>
      <dgm:spPr/>
      <dgm:t>
        <a:bodyPr/>
        <a:lstStyle/>
        <a:p>
          <a:r>
            <a:rPr lang="en-US"/>
            <a:t>- World's first spin photo detector</a:t>
          </a:r>
        </a:p>
      </dgm:t>
    </dgm:pt>
    <dgm:pt modelId="{ED8F7F18-88F4-4BFF-BA3B-3734A23C613E}" type="parTrans" cxnId="{287CF7E0-3EA8-4089-9A14-45679CF2D611}">
      <dgm:prSet/>
      <dgm:spPr/>
      <dgm:t>
        <a:bodyPr/>
        <a:lstStyle/>
        <a:p>
          <a:endParaRPr lang="en-US"/>
        </a:p>
      </dgm:t>
    </dgm:pt>
    <dgm:pt modelId="{426AA78F-0D31-44B9-B5ED-D850D6216B6F}" type="sibTrans" cxnId="{287CF7E0-3EA8-4089-9A14-45679CF2D611}">
      <dgm:prSet/>
      <dgm:spPr/>
      <dgm:t>
        <a:bodyPr/>
        <a:lstStyle/>
        <a:p>
          <a:endParaRPr lang="en-US"/>
        </a:p>
      </dgm:t>
    </dgm:pt>
    <dgm:pt modelId="{6E16B0D9-272B-4F93-9138-C2621BC6646D}">
      <dgm:prSet/>
      <dgm:spPr/>
      <dgm:t>
        <a:bodyPr/>
        <a:lstStyle/>
        <a:p>
          <a:r>
            <a:rPr lang="en-US"/>
            <a:t>- Converts light into spin current</a:t>
          </a:r>
        </a:p>
      </dgm:t>
    </dgm:pt>
    <dgm:pt modelId="{5028946E-EFC4-4F49-83FD-2687914625E5}" type="parTrans" cxnId="{489A0D0B-31C2-4913-950A-EF52986B8F31}">
      <dgm:prSet/>
      <dgm:spPr/>
      <dgm:t>
        <a:bodyPr/>
        <a:lstStyle/>
        <a:p>
          <a:endParaRPr lang="en-US"/>
        </a:p>
      </dgm:t>
    </dgm:pt>
    <dgm:pt modelId="{38C1165E-7CDA-4427-8E1B-00756F0C6A41}" type="sibTrans" cxnId="{489A0D0B-31C2-4913-950A-EF52986B8F31}">
      <dgm:prSet/>
      <dgm:spPr/>
      <dgm:t>
        <a:bodyPr/>
        <a:lstStyle/>
        <a:p>
          <a:endParaRPr lang="en-US"/>
        </a:p>
      </dgm:t>
    </dgm:pt>
    <dgm:pt modelId="{A02945E6-D18D-400D-8599-A041575C2719}">
      <dgm:prSet/>
      <dgm:spPr/>
      <dgm:t>
        <a:bodyPr/>
        <a:lstStyle/>
        <a:p>
          <a:r>
            <a:rPr lang="en-US"/>
            <a:t>- 20 picosecond response time</a:t>
          </a:r>
        </a:p>
      </dgm:t>
    </dgm:pt>
    <dgm:pt modelId="{0AFC8DA2-D6E7-4FD4-9154-56549FE1AE70}" type="parTrans" cxnId="{418A751E-7E11-4718-A2B2-95A4884B865E}">
      <dgm:prSet/>
      <dgm:spPr/>
      <dgm:t>
        <a:bodyPr/>
        <a:lstStyle/>
        <a:p>
          <a:endParaRPr lang="en-US"/>
        </a:p>
      </dgm:t>
    </dgm:pt>
    <dgm:pt modelId="{5ACF13B2-F66A-4B26-A180-CA029A2B7592}" type="sibTrans" cxnId="{418A751E-7E11-4718-A2B2-95A4884B865E}">
      <dgm:prSet/>
      <dgm:spPr/>
      <dgm:t>
        <a:bodyPr/>
        <a:lstStyle/>
        <a:p>
          <a:endParaRPr lang="en-US"/>
        </a:p>
      </dgm:t>
    </dgm:pt>
    <dgm:pt modelId="{6E1A9657-04EE-4908-BDDE-F358A2226CF4}">
      <dgm:prSet/>
      <dgm:spPr/>
      <dgm:t>
        <a:bodyPr/>
        <a:lstStyle/>
        <a:p>
          <a:r>
            <a:rPr lang="en-US"/>
            <a:t>- 10x faster than traditional devices</a:t>
          </a:r>
        </a:p>
      </dgm:t>
    </dgm:pt>
    <dgm:pt modelId="{2193A4D3-6A35-4DBD-81B0-5FC8B064B6B1}" type="parTrans" cxnId="{7C603ED4-BCE4-46BE-822A-A8B76F296346}">
      <dgm:prSet/>
      <dgm:spPr/>
      <dgm:t>
        <a:bodyPr/>
        <a:lstStyle/>
        <a:p>
          <a:endParaRPr lang="en-US"/>
        </a:p>
      </dgm:t>
    </dgm:pt>
    <dgm:pt modelId="{1CF738AC-4C4A-4FF7-A141-D6F7C868CC3B}" type="sibTrans" cxnId="{7C603ED4-BCE4-46BE-822A-A8B76F296346}">
      <dgm:prSet/>
      <dgm:spPr/>
      <dgm:t>
        <a:bodyPr/>
        <a:lstStyle/>
        <a:p>
          <a:endParaRPr lang="en-US"/>
        </a:p>
      </dgm:t>
    </dgm:pt>
    <dgm:pt modelId="{C9FCD443-A683-4394-9361-9B63DE167446}" type="pres">
      <dgm:prSet presAssocID="{2C8F1D89-504D-4D21-B773-DFAA3D5A6E90}" presName="outerComposite" presStyleCnt="0">
        <dgm:presLayoutVars>
          <dgm:chMax val="5"/>
          <dgm:dir/>
          <dgm:resizeHandles val="exact"/>
        </dgm:presLayoutVars>
      </dgm:prSet>
      <dgm:spPr/>
    </dgm:pt>
    <dgm:pt modelId="{AFA1AF04-FF2A-48B9-B796-52A9C30C9C9B}" type="pres">
      <dgm:prSet presAssocID="{2C8F1D89-504D-4D21-B773-DFAA3D5A6E90}" presName="dummyMaxCanvas" presStyleCnt="0">
        <dgm:presLayoutVars/>
      </dgm:prSet>
      <dgm:spPr/>
    </dgm:pt>
    <dgm:pt modelId="{91BB8FD6-6A6D-4996-82EB-2FDEB430B0D5}" type="pres">
      <dgm:prSet presAssocID="{2C8F1D89-504D-4D21-B773-DFAA3D5A6E90}" presName="FourNodes_1" presStyleLbl="node1" presStyleIdx="0" presStyleCnt="4">
        <dgm:presLayoutVars>
          <dgm:bulletEnabled val="1"/>
        </dgm:presLayoutVars>
      </dgm:prSet>
      <dgm:spPr/>
    </dgm:pt>
    <dgm:pt modelId="{D3801D06-F3D1-4B5E-A4E8-34BB0654A83D}" type="pres">
      <dgm:prSet presAssocID="{2C8F1D89-504D-4D21-B773-DFAA3D5A6E90}" presName="FourNodes_2" presStyleLbl="node1" presStyleIdx="1" presStyleCnt="4">
        <dgm:presLayoutVars>
          <dgm:bulletEnabled val="1"/>
        </dgm:presLayoutVars>
      </dgm:prSet>
      <dgm:spPr/>
    </dgm:pt>
    <dgm:pt modelId="{88253E06-6451-4A9D-95ED-04220D5EA1B8}" type="pres">
      <dgm:prSet presAssocID="{2C8F1D89-504D-4D21-B773-DFAA3D5A6E90}" presName="FourNodes_3" presStyleLbl="node1" presStyleIdx="2" presStyleCnt="4">
        <dgm:presLayoutVars>
          <dgm:bulletEnabled val="1"/>
        </dgm:presLayoutVars>
      </dgm:prSet>
      <dgm:spPr/>
    </dgm:pt>
    <dgm:pt modelId="{9C3D7CB3-E7E0-4B4A-914C-FC2F2A361BCD}" type="pres">
      <dgm:prSet presAssocID="{2C8F1D89-504D-4D21-B773-DFAA3D5A6E90}" presName="FourNodes_4" presStyleLbl="node1" presStyleIdx="3" presStyleCnt="4">
        <dgm:presLayoutVars>
          <dgm:bulletEnabled val="1"/>
        </dgm:presLayoutVars>
      </dgm:prSet>
      <dgm:spPr/>
    </dgm:pt>
    <dgm:pt modelId="{83F3E7B4-E739-47A1-A77E-F8190C644BA7}" type="pres">
      <dgm:prSet presAssocID="{2C8F1D89-504D-4D21-B773-DFAA3D5A6E90}" presName="FourConn_1-2" presStyleLbl="fgAccFollowNode1" presStyleIdx="0" presStyleCnt="3">
        <dgm:presLayoutVars>
          <dgm:bulletEnabled val="1"/>
        </dgm:presLayoutVars>
      </dgm:prSet>
      <dgm:spPr/>
    </dgm:pt>
    <dgm:pt modelId="{BA530177-0C4C-4E16-9288-2104D7D41495}" type="pres">
      <dgm:prSet presAssocID="{2C8F1D89-504D-4D21-B773-DFAA3D5A6E90}" presName="FourConn_2-3" presStyleLbl="fgAccFollowNode1" presStyleIdx="1" presStyleCnt="3">
        <dgm:presLayoutVars>
          <dgm:bulletEnabled val="1"/>
        </dgm:presLayoutVars>
      </dgm:prSet>
      <dgm:spPr/>
    </dgm:pt>
    <dgm:pt modelId="{DA65A66B-DD3C-4D04-8BD3-F6C500B7D8E0}" type="pres">
      <dgm:prSet presAssocID="{2C8F1D89-504D-4D21-B773-DFAA3D5A6E90}" presName="FourConn_3-4" presStyleLbl="fgAccFollowNode1" presStyleIdx="2" presStyleCnt="3">
        <dgm:presLayoutVars>
          <dgm:bulletEnabled val="1"/>
        </dgm:presLayoutVars>
      </dgm:prSet>
      <dgm:spPr/>
    </dgm:pt>
    <dgm:pt modelId="{469601F2-2D1B-447A-B899-AC8D2E9601EA}" type="pres">
      <dgm:prSet presAssocID="{2C8F1D89-504D-4D21-B773-DFAA3D5A6E90}" presName="FourNodes_1_text" presStyleLbl="node1" presStyleIdx="3" presStyleCnt="4">
        <dgm:presLayoutVars>
          <dgm:bulletEnabled val="1"/>
        </dgm:presLayoutVars>
      </dgm:prSet>
      <dgm:spPr/>
    </dgm:pt>
    <dgm:pt modelId="{BB49FFC2-01FE-4F23-8276-169076C14729}" type="pres">
      <dgm:prSet presAssocID="{2C8F1D89-504D-4D21-B773-DFAA3D5A6E90}" presName="FourNodes_2_text" presStyleLbl="node1" presStyleIdx="3" presStyleCnt="4">
        <dgm:presLayoutVars>
          <dgm:bulletEnabled val="1"/>
        </dgm:presLayoutVars>
      </dgm:prSet>
      <dgm:spPr/>
    </dgm:pt>
    <dgm:pt modelId="{AAE3AAC2-2CEA-4B87-9A90-00E58C3CDB72}" type="pres">
      <dgm:prSet presAssocID="{2C8F1D89-504D-4D21-B773-DFAA3D5A6E90}" presName="FourNodes_3_text" presStyleLbl="node1" presStyleIdx="3" presStyleCnt="4">
        <dgm:presLayoutVars>
          <dgm:bulletEnabled val="1"/>
        </dgm:presLayoutVars>
      </dgm:prSet>
      <dgm:spPr/>
    </dgm:pt>
    <dgm:pt modelId="{717B35E4-51B2-4EEF-9BBC-0A95BB3CA1E2}" type="pres">
      <dgm:prSet presAssocID="{2C8F1D89-504D-4D21-B773-DFAA3D5A6E90}" presName="FourNodes_4_text" presStyleLbl="node1" presStyleIdx="3" presStyleCnt="4">
        <dgm:presLayoutVars>
          <dgm:bulletEnabled val="1"/>
        </dgm:presLayoutVars>
      </dgm:prSet>
      <dgm:spPr/>
    </dgm:pt>
  </dgm:ptLst>
  <dgm:cxnLst>
    <dgm:cxn modelId="{489A0D0B-31C2-4913-950A-EF52986B8F31}" srcId="{2C8F1D89-504D-4D21-B773-DFAA3D5A6E90}" destId="{6E16B0D9-272B-4F93-9138-C2621BC6646D}" srcOrd="1" destOrd="0" parTransId="{5028946E-EFC4-4F49-83FD-2687914625E5}" sibTransId="{38C1165E-7CDA-4427-8E1B-00756F0C6A41}"/>
    <dgm:cxn modelId="{BD033F13-20CE-4D51-9C1A-C7C7E51EB645}" type="presOf" srcId="{A02945E6-D18D-400D-8599-A041575C2719}" destId="{AAE3AAC2-2CEA-4B87-9A90-00E58C3CDB72}" srcOrd="1" destOrd="0" presId="urn:microsoft.com/office/officeart/2005/8/layout/vProcess5"/>
    <dgm:cxn modelId="{418A751E-7E11-4718-A2B2-95A4884B865E}" srcId="{2C8F1D89-504D-4D21-B773-DFAA3D5A6E90}" destId="{A02945E6-D18D-400D-8599-A041575C2719}" srcOrd="2" destOrd="0" parTransId="{0AFC8DA2-D6E7-4FD4-9154-56549FE1AE70}" sibTransId="{5ACF13B2-F66A-4B26-A180-CA029A2B7592}"/>
    <dgm:cxn modelId="{DBD9A744-2922-48B2-ABEF-25BCB75E2928}" type="presOf" srcId="{F64B0FB1-0427-4D14-9E3A-2A869E74D1AA}" destId="{91BB8FD6-6A6D-4996-82EB-2FDEB430B0D5}" srcOrd="0" destOrd="0" presId="urn:microsoft.com/office/officeart/2005/8/layout/vProcess5"/>
    <dgm:cxn modelId="{0A44C045-8D5B-4DC5-9135-7B303DAA9D6A}" type="presOf" srcId="{6E16B0D9-272B-4F93-9138-C2621BC6646D}" destId="{BB49FFC2-01FE-4F23-8276-169076C14729}" srcOrd="1" destOrd="0" presId="urn:microsoft.com/office/officeart/2005/8/layout/vProcess5"/>
    <dgm:cxn modelId="{A9B11949-5A6E-4ED7-91E1-82467BE28D27}" type="presOf" srcId="{5ACF13B2-F66A-4B26-A180-CA029A2B7592}" destId="{DA65A66B-DD3C-4D04-8BD3-F6C500B7D8E0}" srcOrd="0" destOrd="0" presId="urn:microsoft.com/office/officeart/2005/8/layout/vProcess5"/>
    <dgm:cxn modelId="{97E8896E-76E3-470D-9DF9-4979E123C5BB}" type="presOf" srcId="{2C8F1D89-504D-4D21-B773-DFAA3D5A6E90}" destId="{C9FCD443-A683-4394-9361-9B63DE167446}" srcOrd="0" destOrd="0" presId="urn:microsoft.com/office/officeart/2005/8/layout/vProcess5"/>
    <dgm:cxn modelId="{1D51AC83-1837-4658-B89E-21FC662664B4}" type="presOf" srcId="{A02945E6-D18D-400D-8599-A041575C2719}" destId="{88253E06-6451-4A9D-95ED-04220D5EA1B8}" srcOrd="0" destOrd="0" presId="urn:microsoft.com/office/officeart/2005/8/layout/vProcess5"/>
    <dgm:cxn modelId="{1CBD81BD-B697-4977-9F05-6933FBD041DE}" type="presOf" srcId="{38C1165E-7CDA-4427-8E1B-00756F0C6A41}" destId="{BA530177-0C4C-4E16-9288-2104D7D41495}" srcOrd="0" destOrd="0" presId="urn:microsoft.com/office/officeart/2005/8/layout/vProcess5"/>
    <dgm:cxn modelId="{55339ACE-6060-42A9-8DE7-0F0C7A5BD098}" type="presOf" srcId="{6E1A9657-04EE-4908-BDDE-F358A2226CF4}" destId="{717B35E4-51B2-4EEF-9BBC-0A95BB3CA1E2}" srcOrd="1" destOrd="0" presId="urn:microsoft.com/office/officeart/2005/8/layout/vProcess5"/>
    <dgm:cxn modelId="{7C603ED4-BCE4-46BE-822A-A8B76F296346}" srcId="{2C8F1D89-504D-4D21-B773-DFAA3D5A6E90}" destId="{6E1A9657-04EE-4908-BDDE-F358A2226CF4}" srcOrd="3" destOrd="0" parTransId="{2193A4D3-6A35-4DBD-81B0-5FC8B064B6B1}" sibTransId="{1CF738AC-4C4A-4FF7-A141-D6F7C868CC3B}"/>
    <dgm:cxn modelId="{287CF7E0-3EA8-4089-9A14-45679CF2D611}" srcId="{2C8F1D89-504D-4D21-B773-DFAA3D5A6E90}" destId="{F64B0FB1-0427-4D14-9E3A-2A869E74D1AA}" srcOrd="0" destOrd="0" parTransId="{ED8F7F18-88F4-4BFF-BA3B-3734A23C613E}" sibTransId="{426AA78F-0D31-44B9-B5ED-D850D6216B6F}"/>
    <dgm:cxn modelId="{A3ADC6E6-993D-4888-B2D2-6E5C737256D9}" type="presOf" srcId="{6E16B0D9-272B-4F93-9138-C2621BC6646D}" destId="{D3801D06-F3D1-4B5E-A4E8-34BB0654A83D}" srcOrd="0" destOrd="0" presId="urn:microsoft.com/office/officeart/2005/8/layout/vProcess5"/>
    <dgm:cxn modelId="{B8B49BEF-5B7B-46B6-8734-655CCEE3FAE3}" type="presOf" srcId="{426AA78F-0D31-44B9-B5ED-D850D6216B6F}" destId="{83F3E7B4-E739-47A1-A77E-F8190C644BA7}" srcOrd="0" destOrd="0" presId="urn:microsoft.com/office/officeart/2005/8/layout/vProcess5"/>
    <dgm:cxn modelId="{0B5008F9-5D73-4B14-B195-4EB0951AF2D4}" type="presOf" srcId="{F64B0FB1-0427-4D14-9E3A-2A869E74D1AA}" destId="{469601F2-2D1B-447A-B899-AC8D2E9601EA}" srcOrd="1" destOrd="0" presId="urn:microsoft.com/office/officeart/2005/8/layout/vProcess5"/>
    <dgm:cxn modelId="{90CDDFFB-0DCD-4F3D-AD2D-6077EFF38137}" type="presOf" srcId="{6E1A9657-04EE-4908-BDDE-F358A2226CF4}" destId="{9C3D7CB3-E7E0-4B4A-914C-FC2F2A361BCD}" srcOrd="0" destOrd="0" presId="urn:microsoft.com/office/officeart/2005/8/layout/vProcess5"/>
    <dgm:cxn modelId="{2D848791-6B48-4153-A252-6109569D60A7}" type="presParOf" srcId="{C9FCD443-A683-4394-9361-9B63DE167446}" destId="{AFA1AF04-FF2A-48B9-B796-52A9C30C9C9B}" srcOrd="0" destOrd="0" presId="urn:microsoft.com/office/officeart/2005/8/layout/vProcess5"/>
    <dgm:cxn modelId="{D75AC6E5-6C7E-4B36-93DF-26D212776D48}" type="presParOf" srcId="{C9FCD443-A683-4394-9361-9B63DE167446}" destId="{91BB8FD6-6A6D-4996-82EB-2FDEB430B0D5}" srcOrd="1" destOrd="0" presId="urn:microsoft.com/office/officeart/2005/8/layout/vProcess5"/>
    <dgm:cxn modelId="{89A31C89-5375-4029-AB69-B33AA1FBA98D}" type="presParOf" srcId="{C9FCD443-A683-4394-9361-9B63DE167446}" destId="{D3801D06-F3D1-4B5E-A4E8-34BB0654A83D}" srcOrd="2" destOrd="0" presId="urn:microsoft.com/office/officeart/2005/8/layout/vProcess5"/>
    <dgm:cxn modelId="{E895DFBE-940F-42CF-B067-B998D7CE1499}" type="presParOf" srcId="{C9FCD443-A683-4394-9361-9B63DE167446}" destId="{88253E06-6451-4A9D-95ED-04220D5EA1B8}" srcOrd="3" destOrd="0" presId="urn:microsoft.com/office/officeart/2005/8/layout/vProcess5"/>
    <dgm:cxn modelId="{F3507354-6022-4AFB-A2C4-7FDBC8192B91}" type="presParOf" srcId="{C9FCD443-A683-4394-9361-9B63DE167446}" destId="{9C3D7CB3-E7E0-4B4A-914C-FC2F2A361BCD}" srcOrd="4" destOrd="0" presId="urn:microsoft.com/office/officeart/2005/8/layout/vProcess5"/>
    <dgm:cxn modelId="{D5F10C85-72FA-4837-A345-65C3F868A856}" type="presParOf" srcId="{C9FCD443-A683-4394-9361-9B63DE167446}" destId="{83F3E7B4-E739-47A1-A77E-F8190C644BA7}" srcOrd="5" destOrd="0" presId="urn:microsoft.com/office/officeart/2005/8/layout/vProcess5"/>
    <dgm:cxn modelId="{53E9F65D-2D24-40EA-A39E-D7C730600EAF}" type="presParOf" srcId="{C9FCD443-A683-4394-9361-9B63DE167446}" destId="{BA530177-0C4C-4E16-9288-2104D7D41495}" srcOrd="6" destOrd="0" presId="urn:microsoft.com/office/officeart/2005/8/layout/vProcess5"/>
    <dgm:cxn modelId="{5F0BDD9A-9D94-4773-994D-A857DF8DBF36}" type="presParOf" srcId="{C9FCD443-A683-4394-9361-9B63DE167446}" destId="{DA65A66B-DD3C-4D04-8BD3-F6C500B7D8E0}" srcOrd="7" destOrd="0" presId="urn:microsoft.com/office/officeart/2005/8/layout/vProcess5"/>
    <dgm:cxn modelId="{4388D21E-1FF9-4F6D-BED6-2FC265722761}" type="presParOf" srcId="{C9FCD443-A683-4394-9361-9B63DE167446}" destId="{469601F2-2D1B-447A-B899-AC8D2E9601EA}" srcOrd="8" destOrd="0" presId="urn:microsoft.com/office/officeart/2005/8/layout/vProcess5"/>
    <dgm:cxn modelId="{E4C22872-C3D6-4713-8400-73545300C070}" type="presParOf" srcId="{C9FCD443-A683-4394-9361-9B63DE167446}" destId="{BB49FFC2-01FE-4F23-8276-169076C14729}" srcOrd="9" destOrd="0" presId="urn:microsoft.com/office/officeart/2005/8/layout/vProcess5"/>
    <dgm:cxn modelId="{CE78DCA8-323E-45EE-8B6E-D1655B7881D0}" type="presParOf" srcId="{C9FCD443-A683-4394-9361-9B63DE167446}" destId="{AAE3AAC2-2CEA-4B87-9A90-00E58C3CDB72}" srcOrd="10" destOrd="0" presId="urn:microsoft.com/office/officeart/2005/8/layout/vProcess5"/>
    <dgm:cxn modelId="{A4A22F1E-C8EB-4AFD-A509-6CB8103E0E4F}" type="presParOf" srcId="{C9FCD443-A683-4394-9361-9B63DE167446}" destId="{717B35E4-51B2-4EEF-9BBC-0A95BB3CA1E2}"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1CD4E8-FF5E-44D9-B7B5-C63420E52FA8}" type="doc">
      <dgm:prSet loTypeId="urn:microsoft.com/office/officeart/2005/8/layout/default" loCatId="list" qsTypeId="urn:microsoft.com/office/officeart/2005/8/quickstyle/simple2" qsCatId="simple" csTypeId="urn:microsoft.com/office/officeart/2005/8/colors/colorful2" csCatId="colorful"/>
      <dgm:spPr/>
      <dgm:t>
        <a:bodyPr/>
        <a:lstStyle/>
        <a:p>
          <a:endParaRPr lang="en-US"/>
        </a:p>
      </dgm:t>
    </dgm:pt>
    <dgm:pt modelId="{0BB7F3C2-D65C-4FA0-B7A9-42DE87A1D514}">
      <dgm:prSet/>
      <dgm:spPr/>
      <dgm:t>
        <a:bodyPr/>
        <a:lstStyle/>
        <a:p>
          <a:r>
            <a:rPr lang="en-US"/>
            <a:t>- 800 nm wavelength</a:t>
          </a:r>
        </a:p>
      </dgm:t>
    </dgm:pt>
    <dgm:pt modelId="{553D4006-4F7C-446C-BF3C-32A5D15EEB03}" type="parTrans" cxnId="{6E7D7388-09FB-4C29-88B6-9FA0B863FDEC}">
      <dgm:prSet/>
      <dgm:spPr/>
      <dgm:t>
        <a:bodyPr/>
        <a:lstStyle/>
        <a:p>
          <a:endParaRPr lang="en-US"/>
        </a:p>
      </dgm:t>
    </dgm:pt>
    <dgm:pt modelId="{4E3472FA-BA1B-4E7B-9F07-6658392255E2}" type="sibTrans" cxnId="{6E7D7388-09FB-4C29-88B6-9FA0B863FDEC}">
      <dgm:prSet/>
      <dgm:spPr/>
      <dgm:t>
        <a:bodyPr/>
        <a:lstStyle/>
        <a:p>
          <a:endParaRPr lang="en-US"/>
        </a:p>
      </dgm:t>
    </dgm:pt>
    <dgm:pt modelId="{EE3D37E5-58B1-4749-B004-3F8F6D748450}">
      <dgm:prSet/>
      <dgm:spPr/>
      <dgm:t>
        <a:bodyPr/>
        <a:lstStyle/>
        <a:p>
          <a:r>
            <a:rPr lang="en-US"/>
            <a:t>- Uses Magnetic Tunnel Junction (MTJ) tech</a:t>
          </a:r>
        </a:p>
      </dgm:t>
    </dgm:pt>
    <dgm:pt modelId="{B6008CFE-C848-48FD-9DB1-86DCDD8704D3}" type="parTrans" cxnId="{24A88523-F120-4A9B-83BD-BE9B37FE6C9D}">
      <dgm:prSet/>
      <dgm:spPr/>
      <dgm:t>
        <a:bodyPr/>
        <a:lstStyle/>
        <a:p>
          <a:endParaRPr lang="en-US"/>
        </a:p>
      </dgm:t>
    </dgm:pt>
    <dgm:pt modelId="{245C68D3-8E58-477F-B27E-8F2389DF156D}" type="sibTrans" cxnId="{24A88523-F120-4A9B-83BD-BE9B37FE6C9D}">
      <dgm:prSet/>
      <dgm:spPr/>
      <dgm:t>
        <a:bodyPr/>
        <a:lstStyle/>
        <a:p>
          <a:endParaRPr lang="en-US"/>
        </a:p>
      </dgm:t>
    </dgm:pt>
    <dgm:pt modelId="{CA528D7E-9880-4B61-96FD-BA8AE0C0094A}">
      <dgm:prSet/>
      <dgm:spPr/>
      <dgm:t>
        <a:bodyPr/>
        <a:lstStyle/>
        <a:p>
          <a:r>
            <a:rPr lang="en-US"/>
            <a:t>- Optical + Electronic + Magnetic integration</a:t>
          </a:r>
        </a:p>
      </dgm:t>
    </dgm:pt>
    <dgm:pt modelId="{2438DF1D-472C-4C26-BF88-9F59DCD7A2AB}" type="parTrans" cxnId="{18A6968E-20B4-4005-A27D-A98E303ED315}">
      <dgm:prSet/>
      <dgm:spPr/>
      <dgm:t>
        <a:bodyPr/>
        <a:lstStyle/>
        <a:p>
          <a:endParaRPr lang="en-US"/>
        </a:p>
      </dgm:t>
    </dgm:pt>
    <dgm:pt modelId="{5280B254-0C01-45AB-8F25-CAED843CFC9F}" type="sibTrans" cxnId="{18A6968E-20B4-4005-A27D-A98E303ED315}">
      <dgm:prSet/>
      <dgm:spPr/>
      <dgm:t>
        <a:bodyPr/>
        <a:lstStyle/>
        <a:p>
          <a:endParaRPr lang="en-US"/>
        </a:p>
      </dgm:t>
    </dgm:pt>
    <dgm:pt modelId="{C67CEF15-BDA1-4179-AB30-9F58028FFF11}">
      <dgm:prSet/>
      <dgm:spPr/>
      <dgm:t>
        <a:bodyPr/>
        <a:lstStyle/>
        <a:p>
          <a:r>
            <a:rPr lang="en-US"/>
            <a:t>- Compact and energy-saving</a:t>
          </a:r>
        </a:p>
      </dgm:t>
    </dgm:pt>
    <dgm:pt modelId="{AF3EA6A2-1236-4CEA-A1DD-F46C0C18EE04}" type="parTrans" cxnId="{C481F973-BDEF-4CB7-BA64-50E6DBE13CE3}">
      <dgm:prSet/>
      <dgm:spPr/>
      <dgm:t>
        <a:bodyPr/>
        <a:lstStyle/>
        <a:p>
          <a:endParaRPr lang="en-US"/>
        </a:p>
      </dgm:t>
    </dgm:pt>
    <dgm:pt modelId="{CA2F9BBD-F2DD-4694-84FD-1FE3CB8034C7}" type="sibTrans" cxnId="{C481F973-BDEF-4CB7-BA64-50E6DBE13CE3}">
      <dgm:prSet/>
      <dgm:spPr/>
      <dgm:t>
        <a:bodyPr/>
        <a:lstStyle/>
        <a:p>
          <a:endParaRPr lang="en-US"/>
        </a:p>
      </dgm:t>
    </dgm:pt>
    <dgm:pt modelId="{BA21D6C6-EB90-4FF7-9EE7-8F560701A8DF}" type="pres">
      <dgm:prSet presAssocID="{6E1CD4E8-FF5E-44D9-B7B5-C63420E52FA8}" presName="diagram" presStyleCnt="0">
        <dgm:presLayoutVars>
          <dgm:dir/>
          <dgm:resizeHandles val="exact"/>
        </dgm:presLayoutVars>
      </dgm:prSet>
      <dgm:spPr/>
    </dgm:pt>
    <dgm:pt modelId="{5317CD91-2E1B-4AE2-89AA-6D6C7F714B31}" type="pres">
      <dgm:prSet presAssocID="{0BB7F3C2-D65C-4FA0-B7A9-42DE87A1D514}" presName="node" presStyleLbl="node1" presStyleIdx="0" presStyleCnt="4">
        <dgm:presLayoutVars>
          <dgm:bulletEnabled val="1"/>
        </dgm:presLayoutVars>
      </dgm:prSet>
      <dgm:spPr/>
    </dgm:pt>
    <dgm:pt modelId="{EC2597E4-06C5-4168-A1C8-3CCF3EE7574B}" type="pres">
      <dgm:prSet presAssocID="{4E3472FA-BA1B-4E7B-9F07-6658392255E2}" presName="sibTrans" presStyleCnt="0"/>
      <dgm:spPr/>
    </dgm:pt>
    <dgm:pt modelId="{E9E561A9-5976-4BC2-9BD4-7DCD343E7FC7}" type="pres">
      <dgm:prSet presAssocID="{EE3D37E5-58B1-4749-B004-3F8F6D748450}" presName="node" presStyleLbl="node1" presStyleIdx="1" presStyleCnt="4">
        <dgm:presLayoutVars>
          <dgm:bulletEnabled val="1"/>
        </dgm:presLayoutVars>
      </dgm:prSet>
      <dgm:spPr/>
    </dgm:pt>
    <dgm:pt modelId="{F2679726-325B-42D3-8591-1B93D5632461}" type="pres">
      <dgm:prSet presAssocID="{245C68D3-8E58-477F-B27E-8F2389DF156D}" presName="sibTrans" presStyleCnt="0"/>
      <dgm:spPr/>
    </dgm:pt>
    <dgm:pt modelId="{41D0845E-8457-4D7F-9C99-0D22D95D7451}" type="pres">
      <dgm:prSet presAssocID="{CA528D7E-9880-4B61-96FD-BA8AE0C0094A}" presName="node" presStyleLbl="node1" presStyleIdx="2" presStyleCnt="4">
        <dgm:presLayoutVars>
          <dgm:bulletEnabled val="1"/>
        </dgm:presLayoutVars>
      </dgm:prSet>
      <dgm:spPr/>
    </dgm:pt>
    <dgm:pt modelId="{028D668F-7D2F-43B5-BEC0-44985C48DC48}" type="pres">
      <dgm:prSet presAssocID="{5280B254-0C01-45AB-8F25-CAED843CFC9F}" presName="sibTrans" presStyleCnt="0"/>
      <dgm:spPr/>
    </dgm:pt>
    <dgm:pt modelId="{BCF19A3F-C5D3-4E28-B87F-0666A501E333}" type="pres">
      <dgm:prSet presAssocID="{C67CEF15-BDA1-4179-AB30-9F58028FFF11}" presName="node" presStyleLbl="node1" presStyleIdx="3" presStyleCnt="4">
        <dgm:presLayoutVars>
          <dgm:bulletEnabled val="1"/>
        </dgm:presLayoutVars>
      </dgm:prSet>
      <dgm:spPr/>
    </dgm:pt>
  </dgm:ptLst>
  <dgm:cxnLst>
    <dgm:cxn modelId="{0DB54E18-BB44-4237-A0D9-74DBF1185E3C}" type="presOf" srcId="{C67CEF15-BDA1-4179-AB30-9F58028FFF11}" destId="{BCF19A3F-C5D3-4E28-B87F-0666A501E333}" srcOrd="0" destOrd="0" presId="urn:microsoft.com/office/officeart/2005/8/layout/default"/>
    <dgm:cxn modelId="{24A88523-F120-4A9B-83BD-BE9B37FE6C9D}" srcId="{6E1CD4E8-FF5E-44D9-B7B5-C63420E52FA8}" destId="{EE3D37E5-58B1-4749-B004-3F8F6D748450}" srcOrd="1" destOrd="0" parTransId="{B6008CFE-C848-48FD-9DB1-86DCDD8704D3}" sibTransId="{245C68D3-8E58-477F-B27E-8F2389DF156D}"/>
    <dgm:cxn modelId="{C481F973-BDEF-4CB7-BA64-50E6DBE13CE3}" srcId="{6E1CD4E8-FF5E-44D9-B7B5-C63420E52FA8}" destId="{C67CEF15-BDA1-4179-AB30-9F58028FFF11}" srcOrd="3" destOrd="0" parTransId="{AF3EA6A2-1236-4CEA-A1DD-F46C0C18EE04}" sibTransId="{CA2F9BBD-F2DD-4694-84FD-1FE3CB8034C7}"/>
    <dgm:cxn modelId="{D0F88C75-BBF3-4EEF-BFAA-828FF80CEABE}" type="presOf" srcId="{EE3D37E5-58B1-4749-B004-3F8F6D748450}" destId="{E9E561A9-5976-4BC2-9BD4-7DCD343E7FC7}" srcOrd="0" destOrd="0" presId="urn:microsoft.com/office/officeart/2005/8/layout/default"/>
    <dgm:cxn modelId="{27CFA287-C433-4656-9129-BC7405A93421}" type="presOf" srcId="{0BB7F3C2-D65C-4FA0-B7A9-42DE87A1D514}" destId="{5317CD91-2E1B-4AE2-89AA-6D6C7F714B31}" srcOrd="0" destOrd="0" presId="urn:microsoft.com/office/officeart/2005/8/layout/default"/>
    <dgm:cxn modelId="{6E7D7388-09FB-4C29-88B6-9FA0B863FDEC}" srcId="{6E1CD4E8-FF5E-44D9-B7B5-C63420E52FA8}" destId="{0BB7F3C2-D65C-4FA0-B7A9-42DE87A1D514}" srcOrd="0" destOrd="0" parTransId="{553D4006-4F7C-446C-BF3C-32A5D15EEB03}" sibTransId="{4E3472FA-BA1B-4E7B-9F07-6658392255E2}"/>
    <dgm:cxn modelId="{18A6968E-20B4-4005-A27D-A98E303ED315}" srcId="{6E1CD4E8-FF5E-44D9-B7B5-C63420E52FA8}" destId="{CA528D7E-9880-4B61-96FD-BA8AE0C0094A}" srcOrd="2" destOrd="0" parTransId="{2438DF1D-472C-4C26-BF88-9F59DCD7A2AB}" sibTransId="{5280B254-0C01-45AB-8F25-CAED843CFC9F}"/>
    <dgm:cxn modelId="{5677E693-F52A-48C8-8309-A6B77F0EC631}" type="presOf" srcId="{6E1CD4E8-FF5E-44D9-B7B5-C63420E52FA8}" destId="{BA21D6C6-EB90-4FF7-9EE7-8F560701A8DF}" srcOrd="0" destOrd="0" presId="urn:microsoft.com/office/officeart/2005/8/layout/default"/>
    <dgm:cxn modelId="{C2851FDE-5FD6-4886-B413-E8453A0BB4F0}" type="presOf" srcId="{CA528D7E-9880-4B61-96FD-BA8AE0C0094A}" destId="{41D0845E-8457-4D7F-9C99-0D22D95D7451}" srcOrd="0" destOrd="0" presId="urn:microsoft.com/office/officeart/2005/8/layout/default"/>
    <dgm:cxn modelId="{7CE0CEEC-BA42-46BF-AEC8-17439B642613}" type="presParOf" srcId="{BA21D6C6-EB90-4FF7-9EE7-8F560701A8DF}" destId="{5317CD91-2E1B-4AE2-89AA-6D6C7F714B31}" srcOrd="0" destOrd="0" presId="urn:microsoft.com/office/officeart/2005/8/layout/default"/>
    <dgm:cxn modelId="{EC4E8742-2375-4995-8DB8-67C3749C6BEC}" type="presParOf" srcId="{BA21D6C6-EB90-4FF7-9EE7-8F560701A8DF}" destId="{EC2597E4-06C5-4168-A1C8-3CCF3EE7574B}" srcOrd="1" destOrd="0" presId="urn:microsoft.com/office/officeart/2005/8/layout/default"/>
    <dgm:cxn modelId="{176904B3-7D1E-4D2A-A89F-484383F17CBD}" type="presParOf" srcId="{BA21D6C6-EB90-4FF7-9EE7-8F560701A8DF}" destId="{E9E561A9-5976-4BC2-9BD4-7DCD343E7FC7}" srcOrd="2" destOrd="0" presId="urn:microsoft.com/office/officeart/2005/8/layout/default"/>
    <dgm:cxn modelId="{334E881B-947A-4A0E-891D-361FBF9883DD}" type="presParOf" srcId="{BA21D6C6-EB90-4FF7-9EE7-8F560701A8DF}" destId="{F2679726-325B-42D3-8591-1B93D5632461}" srcOrd="3" destOrd="0" presId="urn:microsoft.com/office/officeart/2005/8/layout/default"/>
    <dgm:cxn modelId="{608BC501-F6CA-43AD-A4DD-0CFD38B35374}" type="presParOf" srcId="{BA21D6C6-EB90-4FF7-9EE7-8F560701A8DF}" destId="{41D0845E-8457-4D7F-9C99-0D22D95D7451}" srcOrd="4" destOrd="0" presId="urn:microsoft.com/office/officeart/2005/8/layout/default"/>
    <dgm:cxn modelId="{DB9D7602-93C9-409A-BF62-06970DB3D68D}" type="presParOf" srcId="{BA21D6C6-EB90-4FF7-9EE7-8F560701A8DF}" destId="{028D668F-7D2F-43B5-BEC0-44985C48DC48}" srcOrd="5" destOrd="0" presId="urn:microsoft.com/office/officeart/2005/8/layout/default"/>
    <dgm:cxn modelId="{C7DE2BDD-65A7-47BA-B6F7-5AB8A6429E1A}" type="presParOf" srcId="{BA21D6C6-EB90-4FF7-9EE7-8F560701A8DF}" destId="{BCF19A3F-C5D3-4E28-B87F-0666A501E333}"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5344F4F-0ACA-400D-8E3A-E0388B2EFB3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9A9C1D6-4C20-4608-9CAA-963B6CC077CE}">
      <dgm:prSet/>
      <dgm:spPr/>
      <dgm:t>
        <a:bodyPr/>
        <a:lstStyle/>
        <a:p>
          <a:r>
            <a:rPr lang="en-US"/>
            <a:t>- AI data transfer</a:t>
          </a:r>
        </a:p>
      </dgm:t>
    </dgm:pt>
    <dgm:pt modelId="{2ABDFE2C-D21F-408A-A818-E5FAF562BAD4}" type="parTrans" cxnId="{2287C309-A38E-434A-B8E7-F180BB9B5B69}">
      <dgm:prSet/>
      <dgm:spPr/>
      <dgm:t>
        <a:bodyPr/>
        <a:lstStyle/>
        <a:p>
          <a:endParaRPr lang="en-US"/>
        </a:p>
      </dgm:t>
    </dgm:pt>
    <dgm:pt modelId="{2DB4662A-0625-4374-A927-4864BCD41F4B}" type="sibTrans" cxnId="{2287C309-A38E-434A-B8E7-F180BB9B5B69}">
      <dgm:prSet/>
      <dgm:spPr/>
      <dgm:t>
        <a:bodyPr/>
        <a:lstStyle/>
        <a:p>
          <a:endParaRPr lang="en-US"/>
        </a:p>
      </dgm:t>
    </dgm:pt>
    <dgm:pt modelId="{1D8802F9-8A5F-4E1D-AA70-C511B7E0B946}">
      <dgm:prSet/>
      <dgm:spPr/>
      <dgm:t>
        <a:bodyPr/>
        <a:lstStyle/>
        <a:p>
          <a:r>
            <a:rPr lang="en-US"/>
            <a:t>- AR/VR smart glasses</a:t>
          </a:r>
        </a:p>
      </dgm:t>
    </dgm:pt>
    <dgm:pt modelId="{FFF91940-7BD4-45BA-8BF7-B07110A84BB9}" type="parTrans" cxnId="{3000E771-82DA-4101-8E72-181E326B3287}">
      <dgm:prSet/>
      <dgm:spPr/>
      <dgm:t>
        <a:bodyPr/>
        <a:lstStyle/>
        <a:p>
          <a:endParaRPr lang="en-US"/>
        </a:p>
      </dgm:t>
    </dgm:pt>
    <dgm:pt modelId="{2C0DB6B6-E883-4FFD-9E24-10B2A3B2B2EF}" type="sibTrans" cxnId="{3000E771-82DA-4101-8E72-181E326B3287}">
      <dgm:prSet/>
      <dgm:spPr/>
      <dgm:t>
        <a:bodyPr/>
        <a:lstStyle/>
        <a:p>
          <a:endParaRPr lang="en-US"/>
        </a:p>
      </dgm:t>
    </dgm:pt>
    <dgm:pt modelId="{559FDCF5-9B62-406C-A047-D46B55FB15D9}">
      <dgm:prSet/>
      <dgm:spPr/>
      <dgm:t>
        <a:bodyPr/>
        <a:lstStyle/>
        <a:p>
          <a:r>
            <a:rPr lang="en-US"/>
            <a:t>- High-speed cameras</a:t>
          </a:r>
        </a:p>
      </dgm:t>
    </dgm:pt>
    <dgm:pt modelId="{C63EB039-EDDD-4173-99C1-279CDA6586DB}" type="parTrans" cxnId="{1A013EFC-3B93-4702-9CA1-5F0C3A7F6738}">
      <dgm:prSet/>
      <dgm:spPr/>
      <dgm:t>
        <a:bodyPr/>
        <a:lstStyle/>
        <a:p>
          <a:endParaRPr lang="en-US"/>
        </a:p>
      </dgm:t>
    </dgm:pt>
    <dgm:pt modelId="{82A360B3-6F5D-4FAD-8BF9-D3E1BCB3C186}" type="sibTrans" cxnId="{1A013EFC-3B93-4702-9CA1-5F0C3A7F6738}">
      <dgm:prSet/>
      <dgm:spPr/>
      <dgm:t>
        <a:bodyPr/>
        <a:lstStyle/>
        <a:p>
          <a:endParaRPr lang="en-US"/>
        </a:p>
      </dgm:t>
    </dgm:pt>
    <dgm:pt modelId="{195D93D2-2C28-4044-943E-85A1A20D46C6}">
      <dgm:prSet/>
      <dgm:spPr/>
      <dgm:t>
        <a:bodyPr/>
        <a:lstStyle/>
        <a:p>
          <a:r>
            <a:rPr lang="en-US"/>
            <a:t>- Space and satellite systems</a:t>
          </a:r>
        </a:p>
      </dgm:t>
    </dgm:pt>
    <dgm:pt modelId="{F79991BC-BCAB-4101-85D6-5532CE18C85A}" type="parTrans" cxnId="{594EF7B4-EE19-476F-889D-88CA7276DFA8}">
      <dgm:prSet/>
      <dgm:spPr/>
      <dgm:t>
        <a:bodyPr/>
        <a:lstStyle/>
        <a:p>
          <a:endParaRPr lang="en-US"/>
        </a:p>
      </dgm:t>
    </dgm:pt>
    <dgm:pt modelId="{535880F0-B326-4069-BF1C-9EAE2D11E3E8}" type="sibTrans" cxnId="{594EF7B4-EE19-476F-889D-88CA7276DFA8}">
      <dgm:prSet/>
      <dgm:spPr/>
      <dgm:t>
        <a:bodyPr/>
        <a:lstStyle/>
        <a:p>
          <a:endParaRPr lang="en-US"/>
        </a:p>
      </dgm:t>
    </dgm:pt>
    <dgm:pt modelId="{06EA463F-919D-4ECA-BE26-028299141070}" type="pres">
      <dgm:prSet presAssocID="{95344F4F-0ACA-400D-8E3A-E0388B2EFB3D}" presName="root" presStyleCnt="0">
        <dgm:presLayoutVars>
          <dgm:dir/>
          <dgm:resizeHandles val="exact"/>
        </dgm:presLayoutVars>
      </dgm:prSet>
      <dgm:spPr/>
    </dgm:pt>
    <dgm:pt modelId="{5B05C68D-E76E-4073-ACD0-6161BC03DDBB}" type="pres">
      <dgm:prSet presAssocID="{D9A9C1D6-4C20-4608-9CAA-963B6CC077CE}" presName="compNode" presStyleCnt="0"/>
      <dgm:spPr/>
    </dgm:pt>
    <dgm:pt modelId="{C39BBCBF-5EFF-4B17-BFCE-E5AD2DE50C9B}" type="pres">
      <dgm:prSet presAssocID="{D9A9C1D6-4C20-4608-9CAA-963B6CC077CE}" presName="bgRect" presStyleLbl="bgShp" presStyleIdx="0" presStyleCnt="4"/>
      <dgm:spPr/>
    </dgm:pt>
    <dgm:pt modelId="{C029FECD-C329-41AE-8C23-F849BACBE27A}" type="pres">
      <dgm:prSet presAssocID="{D9A9C1D6-4C20-4608-9CAA-963B6CC077C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lge"/>
        </a:ext>
      </dgm:extLst>
    </dgm:pt>
    <dgm:pt modelId="{59205AF2-6DD3-4748-A0B7-C479BBCBF396}" type="pres">
      <dgm:prSet presAssocID="{D9A9C1D6-4C20-4608-9CAA-963B6CC077CE}" presName="spaceRect" presStyleCnt="0"/>
      <dgm:spPr/>
    </dgm:pt>
    <dgm:pt modelId="{9342BAAB-000E-41BD-A13A-A64EB6A91CBF}" type="pres">
      <dgm:prSet presAssocID="{D9A9C1D6-4C20-4608-9CAA-963B6CC077CE}" presName="parTx" presStyleLbl="revTx" presStyleIdx="0" presStyleCnt="4">
        <dgm:presLayoutVars>
          <dgm:chMax val="0"/>
          <dgm:chPref val="0"/>
        </dgm:presLayoutVars>
      </dgm:prSet>
      <dgm:spPr/>
    </dgm:pt>
    <dgm:pt modelId="{C34B869E-B9F8-4B18-9647-D3C397AF67B5}" type="pres">
      <dgm:prSet presAssocID="{2DB4662A-0625-4374-A927-4864BCD41F4B}" presName="sibTrans" presStyleCnt="0"/>
      <dgm:spPr/>
    </dgm:pt>
    <dgm:pt modelId="{E37DF417-9AED-4854-9198-97022FC7D19E}" type="pres">
      <dgm:prSet presAssocID="{1D8802F9-8A5F-4E1D-AA70-C511B7E0B946}" presName="compNode" presStyleCnt="0"/>
      <dgm:spPr/>
    </dgm:pt>
    <dgm:pt modelId="{51F35AD0-82D1-4EDE-95B4-64D27BF1EDC7}" type="pres">
      <dgm:prSet presAssocID="{1D8802F9-8A5F-4E1D-AA70-C511B7E0B946}" presName="bgRect" presStyleLbl="bgShp" presStyleIdx="1" presStyleCnt="4"/>
      <dgm:spPr/>
    </dgm:pt>
    <dgm:pt modelId="{8E9396FE-E452-4DA4-9CE9-92E3EA9C8240}" type="pres">
      <dgm:prSet presAssocID="{1D8802F9-8A5F-4E1D-AA70-C511B7E0B94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özlük"/>
        </a:ext>
      </dgm:extLst>
    </dgm:pt>
    <dgm:pt modelId="{C0D1E01A-4B98-4755-A608-20A992362DA4}" type="pres">
      <dgm:prSet presAssocID="{1D8802F9-8A5F-4E1D-AA70-C511B7E0B946}" presName="spaceRect" presStyleCnt="0"/>
      <dgm:spPr/>
    </dgm:pt>
    <dgm:pt modelId="{C233AAD0-6D7B-4291-8298-B4B0008B8F39}" type="pres">
      <dgm:prSet presAssocID="{1D8802F9-8A5F-4E1D-AA70-C511B7E0B946}" presName="parTx" presStyleLbl="revTx" presStyleIdx="1" presStyleCnt="4">
        <dgm:presLayoutVars>
          <dgm:chMax val="0"/>
          <dgm:chPref val="0"/>
        </dgm:presLayoutVars>
      </dgm:prSet>
      <dgm:spPr/>
    </dgm:pt>
    <dgm:pt modelId="{2A563F35-CE4A-434F-9070-FFEA7E626108}" type="pres">
      <dgm:prSet presAssocID="{2C0DB6B6-E883-4FFD-9E24-10B2A3B2B2EF}" presName="sibTrans" presStyleCnt="0"/>
      <dgm:spPr/>
    </dgm:pt>
    <dgm:pt modelId="{B5322FDC-25F2-4588-AE85-5C58BA584FC5}" type="pres">
      <dgm:prSet presAssocID="{559FDCF5-9B62-406C-A047-D46B55FB15D9}" presName="compNode" presStyleCnt="0"/>
      <dgm:spPr/>
    </dgm:pt>
    <dgm:pt modelId="{EFB0E47E-AE85-4BEC-890D-5F33F6B615DD}" type="pres">
      <dgm:prSet presAssocID="{559FDCF5-9B62-406C-A047-D46B55FB15D9}" presName="bgRect" presStyleLbl="bgShp" presStyleIdx="2" presStyleCnt="4"/>
      <dgm:spPr/>
    </dgm:pt>
    <dgm:pt modelId="{57F77FC8-337E-4A57-B89F-1B2E38E95E09}" type="pres">
      <dgm:prSet presAssocID="{559FDCF5-9B62-406C-A047-D46B55FB15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a:ext>
      </dgm:extLst>
    </dgm:pt>
    <dgm:pt modelId="{5DA4F634-6476-4986-9C8C-555EAF0897DB}" type="pres">
      <dgm:prSet presAssocID="{559FDCF5-9B62-406C-A047-D46B55FB15D9}" presName="spaceRect" presStyleCnt="0"/>
      <dgm:spPr/>
    </dgm:pt>
    <dgm:pt modelId="{5BBE4D06-F219-45A4-B4C5-76CC77ED6E69}" type="pres">
      <dgm:prSet presAssocID="{559FDCF5-9B62-406C-A047-D46B55FB15D9}" presName="parTx" presStyleLbl="revTx" presStyleIdx="2" presStyleCnt="4">
        <dgm:presLayoutVars>
          <dgm:chMax val="0"/>
          <dgm:chPref val="0"/>
        </dgm:presLayoutVars>
      </dgm:prSet>
      <dgm:spPr/>
    </dgm:pt>
    <dgm:pt modelId="{3028DB81-A4D9-4475-8146-F43898B7A44A}" type="pres">
      <dgm:prSet presAssocID="{82A360B3-6F5D-4FAD-8BF9-D3E1BCB3C186}" presName="sibTrans" presStyleCnt="0"/>
      <dgm:spPr/>
    </dgm:pt>
    <dgm:pt modelId="{415A020D-29A6-4571-B6AE-FA61C6ACB788}" type="pres">
      <dgm:prSet presAssocID="{195D93D2-2C28-4044-943E-85A1A20D46C6}" presName="compNode" presStyleCnt="0"/>
      <dgm:spPr/>
    </dgm:pt>
    <dgm:pt modelId="{C3187078-EA18-4983-B8EB-EACE1768B16B}" type="pres">
      <dgm:prSet presAssocID="{195D93D2-2C28-4044-943E-85A1A20D46C6}" presName="bgRect" presStyleLbl="bgShp" presStyleIdx="3" presStyleCnt="4"/>
      <dgm:spPr/>
    </dgm:pt>
    <dgm:pt modelId="{43B5B8E0-2536-4C64-B1CB-68178AC68083}" type="pres">
      <dgm:prSet presAssocID="{195D93D2-2C28-4044-943E-85A1A20D46C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ydu"/>
        </a:ext>
      </dgm:extLst>
    </dgm:pt>
    <dgm:pt modelId="{39ADBEC3-53C3-4EFD-9F69-FFEFABEFD8D7}" type="pres">
      <dgm:prSet presAssocID="{195D93D2-2C28-4044-943E-85A1A20D46C6}" presName="spaceRect" presStyleCnt="0"/>
      <dgm:spPr/>
    </dgm:pt>
    <dgm:pt modelId="{FDBCB5CE-C0B4-4A21-B630-D7F98FCA7985}" type="pres">
      <dgm:prSet presAssocID="{195D93D2-2C28-4044-943E-85A1A20D46C6}" presName="parTx" presStyleLbl="revTx" presStyleIdx="3" presStyleCnt="4">
        <dgm:presLayoutVars>
          <dgm:chMax val="0"/>
          <dgm:chPref val="0"/>
        </dgm:presLayoutVars>
      </dgm:prSet>
      <dgm:spPr/>
    </dgm:pt>
  </dgm:ptLst>
  <dgm:cxnLst>
    <dgm:cxn modelId="{2287C309-A38E-434A-B8E7-F180BB9B5B69}" srcId="{95344F4F-0ACA-400D-8E3A-E0388B2EFB3D}" destId="{D9A9C1D6-4C20-4608-9CAA-963B6CC077CE}" srcOrd="0" destOrd="0" parTransId="{2ABDFE2C-D21F-408A-A818-E5FAF562BAD4}" sibTransId="{2DB4662A-0625-4374-A927-4864BCD41F4B}"/>
    <dgm:cxn modelId="{A837E40C-2A71-433A-94DC-2891AD054B02}" type="presOf" srcId="{559FDCF5-9B62-406C-A047-D46B55FB15D9}" destId="{5BBE4D06-F219-45A4-B4C5-76CC77ED6E69}" srcOrd="0" destOrd="0" presId="urn:microsoft.com/office/officeart/2018/2/layout/IconVerticalSolidList"/>
    <dgm:cxn modelId="{D8723B47-9BB5-4E3F-8E96-C691E31DC8F9}" type="presOf" srcId="{D9A9C1D6-4C20-4608-9CAA-963B6CC077CE}" destId="{9342BAAB-000E-41BD-A13A-A64EB6A91CBF}" srcOrd="0" destOrd="0" presId="urn:microsoft.com/office/officeart/2018/2/layout/IconVerticalSolidList"/>
    <dgm:cxn modelId="{3000E771-82DA-4101-8E72-181E326B3287}" srcId="{95344F4F-0ACA-400D-8E3A-E0388B2EFB3D}" destId="{1D8802F9-8A5F-4E1D-AA70-C511B7E0B946}" srcOrd="1" destOrd="0" parTransId="{FFF91940-7BD4-45BA-8BF7-B07110A84BB9}" sibTransId="{2C0DB6B6-E883-4FFD-9E24-10B2A3B2B2EF}"/>
    <dgm:cxn modelId="{7950D257-B5F0-415B-AB76-D3051547F0C8}" type="presOf" srcId="{1D8802F9-8A5F-4E1D-AA70-C511B7E0B946}" destId="{C233AAD0-6D7B-4291-8298-B4B0008B8F39}" srcOrd="0" destOrd="0" presId="urn:microsoft.com/office/officeart/2018/2/layout/IconVerticalSolidList"/>
    <dgm:cxn modelId="{880591AF-737D-4478-9747-CCD29B1798E0}" type="presOf" srcId="{195D93D2-2C28-4044-943E-85A1A20D46C6}" destId="{FDBCB5CE-C0B4-4A21-B630-D7F98FCA7985}" srcOrd="0" destOrd="0" presId="urn:microsoft.com/office/officeart/2018/2/layout/IconVerticalSolidList"/>
    <dgm:cxn modelId="{594EF7B4-EE19-476F-889D-88CA7276DFA8}" srcId="{95344F4F-0ACA-400D-8E3A-E0388B2EFB3D}" destId="{195D93D2-2C28-4044-943E-85A1A20D46C6}" srcOrd="3" destOrd="0" parTransId="{F79991BC-BCAB-4101-85D6-5532CE18C85A}" sibTransId="{535880F0-B326-4069-BF1C-9EAE2D11E3E8}"/>
    <dgm:cxn modelId="{432AF8E5-9C99-4601-8E0C-0634C36A9E03}" type="presOf" srcId="{95344F4F-0ACA-400D-8E3A-E0388B2EFB3D}" destId="{06EA463F-919D-4ECA-BE26-028299141070}" srcOrd="0" destOrd="0" presId="urn:microsoft.com/office/officeart/2018/2/layout/IconVerticalSolidList"/>
    <dgm:cxn modelId="{1A013EFC-3B93-4702-9CA1-5F0C3A7F6738}" srcId="{95344F4F-0ACA-400D-8E3A-E0388B2EFB3D}" destId="{559FDCF5-9B62-406C-A047-D46B55FB15D9}" srcOrd="2" destOrd="0" parTransId="{C63EB039-EDDD-4173-99C1-279CDA6586DB}" sibTransId="{82A360B3-6F5D-4FAD-8BF9-D3E1BCB3C186}"/>
    <dgm:cxn modelId="{D958D1E8-BC5E-401B-97B3-B30B3C33A448}" type="presParOf" srcId="{06EA463F-919D-4ECA-BE26-028299141070}" destId="{5B05C68D-E76E-4073-ACD0-6161BC03DDBB}" srcOrd="0" destOrd="0" presId="urn:microsoft.com/office/officeart/2018/2/layout/IconVerticalSolidList"/>
    <dgm:cxn modelId="{D617BAEF-4681-494E-8064-8C65AB479DD7}" type="presParOf" srcId="{5B05C68D-E76E-4073-ACD0-6161BC03DDBB}" destId="{C39BBCBF-5EFF-4B17-BFCE-E5AD2DE50C9B}" srcOrd="0" destOrd="0" presId="urn:microsoft.com/office/officeart/2018/2/layout/IconVerticalSolidList"/>
    <dgm:cxn modelId="{60C52D1E-046A-4EE8-9474-5BE336C11FFC}" type="presParOf" srcId="{5B05C68D-E76E-4073-ACD0-6161BC03DDBB}" destId="{C029FECD-C329-41AE-8C23-F849BACBE27A}" srcOrd="1" destOrd="0" presId="urn:microsoft.com/office/officeart/2018/2/layout/IconVerticalSolidList"/>
    <dgm:cxn modelId="{DEE5100F-4C99-41BE-B357-0C721834F821}" type="presParOf" srcId="{5B05C68D-E76E-4073-ACD0-6161BC03DDBB}" destId="{59205AF2-6DD3-4748-A0B7-C479BBCBF396}" srcOrd="2" destOrd="0" presId="urn:microsoft.com/office/officeart/2018/2/layout/IconVerticalSolidList"/>
    <dgm:cxn modelId="{31E547EE-0447-4AFE-BE38-9C8BD351EBFD}" type="presParOf" srcId="{5B05C68D-E76E-4073-ACD0-6161BC03DDBB}" destId="{9342BAAB-000E-41BD-A13A-A64EB6A91CBF}" srcOrd="3" destOrd="0" presId="urn:microsoft.com/office/officeart/2018/2/layout/IconVerticalSolidList"/>
    <dgm:cxn modelId="{F10A1D0E-365A-40A2-AABA-9BCA99AB5F0E}" type="presParOf" srcId="{06EA463F-919D-4ECA-BE26-028299141070}" destId="{C34B869E-B9F8-4B18-9647-D3C397AF67B5}" srcOrd="1" destOrd="0" presId="urn:microsoft.com/office/officeart/2018/2/layout/IconVerticalSolidList"/>
    <dgm:cxn modelId="{42793ACD-CC9B-4C66-ACE2-4A2F13AACCFC}" type="presParOf" srcId="{06EA463F-919D-4ECA-BE26-028299141070}" destId="{E37DF417-9AED-4854-9198-97022FC7D19E}" srcOrd="2" destOrd="0" presId="urn:microsoft.com/office/officeart/2018/2/layout/IconVerticalSolidList"/>
    <dgm:cxn modelId="{6B804F85-BC7A-40A3-95FB-F6E3A27FAE52}" type="presParOf" srcId="{E37DF417-9AED-4854-9198-97022FC7D19E}" destId="{51F35AD0-82D1-4EDE-95B4-64D27BF1EDC7}" srcOrd="0" destOrd="0" presId="urn:microsoft.com/office/officeart/2018/2/layout/IconVerticalSolidList"/>
    <dgm:cxn modelId="{2C32D5E5-E30F-4F27-92E1-4D79E5DEC187}" type="presParOf" srcId="{E37DF417-9AED-4854-9198-97022FC7D19E}" destId="{8E9396FE-E452-4DA4-9CE9-92E3EA9C8240}" srcOrd="1" destOrd="0" presId="urn:microsoft.com/office/officeart/2018/2/layout/IconVerticalSolidList"/>
    <dgm:cxn modelId="{79BF20A0-5854-4582-A631-41430340DDF8}" type="presParOf" srcId="{E37DF417-9AED-4854-9198-97022FC7D19E}" destId="{C0D1E01A-4B98-4755-A608-20A992362DA4}" srcOrd="2" destOrd="0" presId="urn:microsoft.com/office/officeart/2018/2/layout/IconVerticalSolidList"/>
    <dgm:cxn modelId="{E2F566CF-CCA1-430B-879B-40F7A87902CB}" type="presParOf" srcId="{E37DF417-9AED-4854-9198-97022FC7D19E}" destId="{C233AAD0-6D7B-4291-8298-B4B0008B8F39}" srcOrd="3" destOrd="0" presId="urn:microsoft.com/office/officeart/2018/2/layout/IconVerticalSolidList"/>
    <dgm:cxn modelId="{1B73B327-26FA-4E1C-BB3C-9B80A1558387}" type="presParOf" srcId="{06EA463F-919D-4ECA-BE26-028299141070}" destId="{2A563F35-CE4A-434F-9070-FFEA7E626108}" srcOrd="3" destOrd="0" presId="urn:microsoft.com/office/officeart/2018/2/layout/IconVerticalSolidList"/>
    <dgm:cxn modelId="{48FAB975-EB94-4E4D-8D51-66DA73496CB9}" type="presParOf" srcId="{06EA463F-919D-4ECA-BE26-028299141070}" destId="{B5322FDC-25F2-4588-AE85-5C58BA584FC5}" srcOrd="4" destOrd="0" presId="urn:microsoft.com/office/officeart/2018/2/layout/IconVerticalSolidList"/>
    <dgm:cxn modelId="{CEA19D19-1D54-43EC-953F-1B2F024221AA}" type="presParOf" srcId="{B5322FDC-25F2-4588-AE85-5C58BA584FC5}" destId="{EFB0E47E-AE85-4BEC-890D-5F33F6B615DD}" srcOrd="0" destOrd="0" presId="urn:microsoft.com/office/officeart/2018/2/layout/IconVerticalSolidList"/>
    <dgm:cxn modelId="{EF8070EC-78C3-4B3A-964E-C7815AC67AFE}" type="presParOf" srcId="{B5322FDC-25F2-4588-AE85-5C58BA584FC5}" destId="{57F77FC8-337E-4A57-B89F-1B2E38E95E09}" srcOrd="1" destOrd="0" presId="urn:microsoft.com/office/officeart/2018/2/layout/IconVerticalSolidList"/>
    <dgm:cxn modelId="{FFEF4A20-3506-45F9-AFF6-9284D9FC96B4}" type="presParOf" srcId="{B5322FDC-25F2-4588-AE85-5C58BA584FC5}" destId="{5DA4F634-6476-4986-9C8C-555EAF0897DB}" srcOrd="2" destOrd="0" presId="urn:microsoft.com/office/officeart/2018/2/layout/IconVerticalSolidList"/>
    <dgm:cxn modelId="{1DCB1814-CA96-4FDD-A9CB-0D292F267294}" type="presParOf" srcId="{B5322FDC-25F2-4588-AE85-5C58BA584FC5}" destId="{5BBE4D06-F219-45A4-B4C5-76CC77ED6E69}" srcOrd="3" destOrd="0" presId="urn:microsoft.com/office/officeart/2018/2/layout/IconVerticalSolidList"/>
    <dgm:cxn modelId="{F6748EA7-2813-43EA-8A4E-11F56119B5A6}" type="presParOf" srcId="{06EA463F-919D-4ECA-BE26-028299141070}" destId="{3028DB81-A4D9-4475-8146-F43898B7A44A}" srcOrd="5" destOrd="0" presId="urn:microsoft.com/office/officeart/2018/2/layout/IconVerticalSolidList"/>
    <dgm:cxn modelId="{BF9BC4B9-2C2F-4EC5-9DD9-1FF30816D3B9}" type="presParOf" srcId="{06EA463F-919D-4ECA-BE26-028299141070}" destId="{415A020D-29A6-4571-B6AE-FA61C6ACB788}" srcOrd="6" destOrd="0" presId="urn:microsoft.com/office/officeart/2018/2/layout/IconVerticalSolidList"/>
    <dgm:cxn modelId="{733CAD33-AE75-498A-8F51-143ADB6A2C60}" type="presParOf" srcId="{415A020D-29A6-4571-B6AE-FA61C6ACB788}" destId="{C3187078-EA18-4983-B8EB-EACE1768B16B}" srcOrd="0" destOrd="0" presId="urn:microsoft.com/office/officeart/2018/2/layout/IconVerticalSolidList"/>
    <dgm:cxn modelId="{DD504E80-C090-4450-8580-A0D35F607A10}" type="presParOf" srcId="{415A020D-29A6-4571-B6AE-FA61C6ACB788}" destId="{43B5B8E0-2536-4C64-B1CB-68178AC68083}" srcOrd="1" destOrd="0" presId="urn:microsoft.com/office/officeart/2018/2/layout/IconVerticalSolidList"/>
    <dgm:cxn modelId="{744F184E-D9DB-452C-85F6-37EAFA2C0E2F}" type="presParOf" srcId="{415A020D-29A6-4571-B6AE-FA61C6ACB788}" destId="{39ADBEC3-53C3-4EFD-9F69-FFEFABEFD8D7}" srcOrd="2" destOrd="0" presId="urn:microsoft.com/office/officeart/2018/2/layout/IconVerticalSolidList"/>
    <dgm:cxn modelId="{254C7269-EF13-42F8-A684-2E1A043546BC}" type="presParOf" srcId="{415A020D-29A6-4571-B6AE-FA61C6ACB788}" destId="{FDBCB5CE-C0B4-4A21-B630-D7F98FCA798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BDA131-AFBA-4A56-B851-229AF3A7D6B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618BFE6-9163-400C-AA51-350296DE714A}">
      <dgm:prSet/>
      <dgm:spPr/>
      <dgm:t>
        <a:bodyPr/>
        <a:lstStyle/>
        <a:p>
          <a:r>
            <a:rPr lang="en-US"/>
            <a:t>- Solves AI data bottlenecks</a:t>
          </a:r>
        </a:p>
      </dgm:t>
    </dgm:pt>
    <dgm:pt modelId="{A1582C82-1D45-4A0A-8EFC-71529310B854}" type="parTrans" cxnId="{5A58B425-5A6F-4AA0-9AD8-8A28C41561AA}">
      <dgm:prSet/>
      <dgm:spPr/>
      <dgm:t>
        <a:bodyPr/>
        <a:lstStyle/>
        <a:p>
          <a:endParaRPr lang="en-US"/>
        </a:p>
      </dgm:t>
    </dgm:pt>
    <dgm:pt modelId="{646CB09E-512A-4AA1-B49C-DB2167A97946}" type="sibTrans" cxnId="{5A58B425-5A6F-4AA0-9AD8-8A28C41561AA}">
      <dgm:prSet/>
      <dgm:spPr/>
      <dgm:t>
        <a:bodyPr/>
        <a:lstStyle/>
        <a:p>
          <a:endParaRPr lang="en-US"/>
        </a:p>
      </dgm:t>
    </dgm:pt>
    <dgm:pt modelId="{FC600487-D26A-417F-8C90-B2B7A53F2999}">
      <dgm:prSet/>
      <dgm:spPr/>
      <dgm:t>
        <a:bodyPr/>
        <a:lstStyle/>
        <a:p>
          <a:r>
            <a:rPr lang="en-US"/>
            <a:t>- Enables faster, smarter tech</a:t>
          </a:r>
        </a:p>
      </dgm:t>
    </dgm:pt>
    <dgm:pt modelId="{83FCB019-FB15-4083-80B0-42E3ECBD7DE5}" type="parTrans" cxnId="{47A28049-C7A2-457F-AA3A-D1E364A150F9}">
      <dgm:prSet/>
      <dgm:spPr/>
      <dgm:t>
        <a:bodyPr/>
        <a:lstStyle/>
        <a:p>
          <a:endParaRPr lang="en-US"/>
        </a:p>
      </dgm:t>
    </dgm:pt>
    <dgm:pt modelId="{2779209C-EB06-4DB1-9528-1343C6775FAB}" type="sibTrans" cxnId="{47A28049-C7A2-457F-AA3A-D1E364A150F9}">
      <dgm:prSet/>
      <dgm:spPr/>
      <dgm:t>
        <a:bodyPr/>
        <a:lstStyle/>
        <a:p>
          <a:endParaRPr lang="en-US"/>
        </a:p>
      </dgm:t>
    </dgm:pt>
    <dgm:pt modelId="{947FEC84-D171-4B7A-8B43-9167D96BA32E}">
      <dgm:prSet/>
      <dgm:spPr/>
      <dgm:t>
        <a:bodyPr/>
        <a:lstStyle/>
        <a:p>
          <a:r>
            <a:rPr lang="en-US"/>
            <a:t>- Spintronics = Future-ready tech</a:t>
          </a:r>
        </a:p>
      </dgm:t>
    </dgm:pt>
    <dgm:pt modelId="{63B3D2E8-2026-4E3F-B9AC-2A051402A73C}" type="parTrans" cxnId="{040E974B-82B8-47E6-9CF5-22A2EBC6C44A}">
      <dgm:prSet/>
      <dgm:spPr/>
      <dgm:t>
        <a:bodyPr/>
        <a:lstStyle/>
        <a:p>
          <a:endParaRPr lang="en-US"/>
        </a:p>
      </dgm:t>
    </dgm:pt>
    <dgm:pt modelId="{D5AD9195-A5EB-4E76-AE07-8A3E3E0894E4}" type="sibTrans" cxnId="{040E974B-82B8-47E6-9CF5-22A2EBC6C44A}">
      <dgm:prSet/>
      <dgm:spPr/>
      <dgm:t>
        <a:bodyPr/>
        <a:lstStyle/>
        <a:p>
          <a:endParaRPr lang="en-US"/>
        </a:p>
      </dgm:t>
    </dgm:pt>
    <dgm:pt modelId="{3ABCF4BA-7976-4809-8E45-A6BB0CF74899}" type="pres">
      <dgm:prSet presAssocID="{4EBDA131-AFBA-4A56-B851-229AF3A7D6BF}" presName="root" presStyleCnt="0">
        <dgm:presLayoutVars>
          <dgm:dir/>
          <dgm:resizeHandles val="exact"/>
        </dgm:presLayoutVars>
      </dgm:prSet>
      <dgm:spPr/>
    </dgm:pt>
    <dgm:pt modelId="{146C5211-B306-479C-901B-0C7F7ACA4270}" type="pres">
      <dgm:prSet presAssocID="{4618BFE6-9163-400C-AA51-350296DE714A}" presName="compNode" presStyleCnt="0"/>
      <dgm:spPr/>
    </dgm:pt>
    <dgm:pt modelId="{0DFA031D-7575-4236-B59B-F42F5FBD6341}" type="pres">
      <dgm:prSet presAssocID="{4618BFE6-9163-400C-AA51-350296DE714A}" presName="bgRect" presStyleLbl="bgShp" presStyleIdx="0" presStyleCnt="3"/>
      <dgm:spPr/>
    </dgm:pt>
    <dgm:pt modelId="{69B03169-4A3E-4073-9437-04E678129AB4}" type="pres">
      <dgm:prSet presAssocID="{4618BFE6-9163-400C-AA51-350296DE714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793955F2-5104-427F-A444-B9D916007C8C}" type="pres">
      <dgm:prSet presAssocID="{4618BFE6-9163-400C-AA51-350296DE714A}" presName="spaceRect" presStyleCnt="0"/>
      <dgm:spPr/>
    </dgm:pt>
    <dgm:pt modelId="{81FEDCDD-15E2-4434-86BE-AC1C8145CFB6}" type="pres">
      <dgm:prSet presAssocID="{4618BFE6-9163-400C-AA51-350296DE714A}" presName="parTx" presStyleLbl="revTx" presStyleIdx="0" presStyleCnt="3">
        <dgm:presLayoutVars>
          <dgm:chMax val="0"/>
          <dgm:chPref val="0"/>
        </dgm:presLayoutVars>
      </dgm:prSet>
      <dgm:spPr/>
    </dgm:pt>
    <dgm:pt modelId="{B1A74864-5F8E-46B9-8E50-269CAED09B24}" type="pres">
      <dgm:prSet presAssocID="{646CB09E-512A-4AA1-B49C-DB2167A97946}" presName="sibTrans" presStyleCnt="0"/>
      <dgm:spPr/>
    </dgm:pt>
    <dgm:pt modelId="{A5655627-2DFF-42BB-AF53-7B4CD93EF81C}" type="pres">
      <dgm:prSet presAssocID="{FC600487-D26A-417F-8C90-B2B7A53F2999}" presName="compNode" presStyleCnt="0"/>
      <dgm:spPr/>
    </dgm:pt>
    <dgm:pt modelId="{3E0B738F-059A-4FD9-B010-EBDB32851ECE}" type="pres">
      <dgm:prSet presAssocID="{FC600487-D26A-417F-8C90-B2B7A53F2999}" presName="bgRect" presStyleLbl="bgShp" presStyleIdx="1" presStyleCnt="3"/>
      <dgm:spPr/>
    </dgm:pt>
    <dgm:pt modelId="{14BF6CE3-9F03-4E60-AFBD-533E89C0F20E}" type="pres">
      <dgm:prSet presAssocID="{FC600487-D26A-417F-8C90-B2B7A53F299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eyin"/>
        </a:ext>
      </dgm:extLst>
    </dgm:pt>
    <dgm:pt modelId="{FDD92A5B-F18E-4D8A-BCAD-8E46B398925C}" type="pres">
      <dgm:prSet presAssocID="{FC600487-D26A-417F-8C90-B2B7A53F2999}" presName="spaceRect" presStyleCnt="0"/>
      <dgm:spPr/>
    </dgm:pt>
    <dgm:pt modelId="{1C8EFE20-3011-46AF-89C0-45A7A4DF77B2}" type="pres">
      <dgm:prSet presAssocID="{FC600487-D26A-417F-8C90-B2B7A53F2999}" presName="parTx" presStyleLbl="revTx" presStyleIdx="1" presStyleCnt="3">
        <dgm:presLayoutVars>
          <dgm:chMax val="0"/>
          <dgm:chPref val="0"/>
        </dgm:presLayoutVars>
      </dgm:prSet>
      <dgm:spPr/>
    </dgm:pt>
    <dgm:pt modelId="{D40C4E43-B963-4847-80E7-111543214D5E}" type="pres">
      <dgm:prSet presAssocID="{2779209C-EB06-4DB1-9528-1343C6775FAB}" presName="sibTrans" presStyleCnt="0"/>
      <dgm:spPr/>
    </dgm:pt>
    <dgm:pt modelId="{9655DF7B-39D8-4A46-AC82-07F75A6368D6}" type="pres">
      <dgm:prSet presAssocID="{947FEC84-D171-4B7A-8B43-9167D96BA32E}" presName="compNode" presStyleCnt="0"/>
      <dgm:spPr/>
    </dgm:pt>
    <dgm:pt modelId="{E70D9899-6D45-4AA2-A32C-91784A2F71C7}" type="pres">
      <dgm:prSet presAssocID="{947FEC84-D171-4B7A-8B43-9167D96BA32E}" presName="bgRect" presStyleLbl="bgShp" presStyleIdx="2" presStyleCnt="3"/>
      <dgm:spPr/>
    </dgm:pt>
    <dgm:pt modelId="{D64DEA3B-4C08-4DFA-B71E-5B4B0CCF31C8}" type="pres">
      <dgm:prSet presAssocID="{947FEC84-D171-4B7A-8B43-9167D96BA32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stronot"/>
        </a:ext>
      </dgm:extLst>
    </dgm:pt>
    <dgm:pt modelId="{835C1BE0-5B66-4624-AE23-91040AE7D706}" type="pres">
      <dgm:prSet presAssocID="{947FEC84-D171-4B7A-8B43-9167D96BA32E}" presName="spaceRect" presStyleCnt="0"/>
      <dgm:spPr/>
    </dgm:pt>
    <dgm:pt modelId="{C54616DF-8091-417B-A2D9-3360238D15F9}" type="pres">
      <dgm:prSet presAssocID="{947FEC84-D171-4B7A-8B43-9167D96BA32E}" presName="parTx" presStyleLbl="revTx" presStyleIdx="2" presStyleCnt="3">
        <dgm:presLayoutVars>
          <dgm:chMax val="0"/>
          <dgm:chPref val="0"/>
        </dgm:presLayoutVars>
      </dgm:prSet>
      <dgm:spPr/>
    </dgm:pt>
  </dgm:ptLst>
  <dgm:cxnLst>
    <dgm:cxn modelId="{817EE10A-180D-43EA-AC29-DFA3AFFAAE85}" type="presOf" srcId="{4EBDA131-AFBA-4A56-B851-229AF3A7D6BF}" destId="{3ABCF4BA-7976-4809-8E45-A6BB0CF74899}" srcOrd="0" destOrd="0" presId="urn:microsoft.com/office/officeart/2018/2/layout/IconVerticalSolidList"/>
    <dgm:cxn modelId="{5A58B425-5A6F-4AA0-9AD8-8A28C41561AA}" srcId="{4EBDA131-AFBA-4A56-B851-229AF3A7D6BF}" destId="{4618BFE6-9163-400C-AA51-350296DE714A}" srcOrd="0" destOrd="0" parTransId="{A1582C82-1D45-4A0A-8EFC-71529310B854}" sibTransId="{646CB09E-512A-4AA1-B49C-DB2167A97946}"/>
    <dgm:cxn modelId="{47A28049-C7A2-457F-AA3A-D1E364A150F9}" srcId="{4EBDA131-AFBA-4A56-B851-229AF3A7D6BF}" destId="{FC600487-D26A-417F-8C90-B2B7A53F2999}" srcOrd="1" destOrd="0" parTransId="{83FCB019-FB15-4083-80B0-42E3ECBD7DE5}" sibTransId="{2779209C-EB06-4DB1-9528-1343C6775FAB}"/>
    <dgm:cxn modelId="{040E974B-82B8-47E6-9CF5-22A2EBC6C44A}" srcId="{4EBDA131-AFBA-4A56-B851-229AF3A7D6BF}" destId="{947FEC84-D171-4B7A-8B43-9167D96BA32E}" srcOrd="2" destOrd="0" parTransId="{63B3D2E8-2026-4E3F-B9AC-2A051402A73C}" sibTransId="{D5AD9195-A5EB-4E76-AE07-8A3E3E0894E4}"/>
    <dgm:cxn modelId="{4DCDDEA4-4332-4A8A-B147-337A6259538E}" type="presOf" srcId="{4618BFE6-9163-400C-AA51-350296DE714A}" destId="{81FEDCDD-15E2-4434-86BE-AC1C8145CFB6}" srcOrd="0" destOrd="0" presId="urn:microsoft.com/office/officeart/2018/2/layout/IconVerticalSolidList"/>
    <dgm:cxn modelId="{34DB7BA6-9483-4532-B0BF-03F4D8827F6E}" type="presOf" srcId="{947FEC84-D171-4B7A-8B43-9167D96BA32E}" destId="{C54616DF-8091-417B-A2D9-3360238D15F9}" srcOrd="0" destOrd="0" presId="urn:microsoft.com/office/officeart/2018/2/layout/IconVerticalSolidList"/>
    <dgm:cxn modelId="{871899EF-FE4A-42FE-A8E2-881D0DE6B076}" type="presOf" srcId="{FC600487-D26A-417F-8C90-B2B7A53F2999}" destId="{1C8EFE20-3011-46AF-89C0-45A7A4DF77B2}" srcOrd="0" destOrd="0" presId="urn:microsoft.com/office/officeart/2018/2/layout/IconVerticalSolidList"/>
    <dgm:cxn modelId="{FBF57C35-1EBA-4408-8495-C50EFCEBCE10}" type="presParOf" srcId="{3ABCF4BA-7976-4809-8E45-A6BB0CF74899}" destId="{146C5211-B306-479C-901B-0C7F7ACA4270}" srcOrd="0" destOrd="0" presId="urn:microsoft.com/office/officeart/2018/2/layout/IconVerticalSolidList"/>
    <dgm:cxn modelId="{DB93690F-4110-460F-9025-8359BB267B7B}" type="presParOf" srcId="{146C5211-B306-479C-901B-0C7F7ACA4270}" destId="{0DFA031D-7575-4236-B59B-F42F5FBD6341}" srcOrd="0" destOrd="0" presId="urn:microsoft.com/office/officeart/2018/2/layout/IconVerticalSolidList"/>
    <dgm:cxn modelId="{AAA433E9-5B62-419A-8096-F45FA6A98FA9}" type="presParOf" srcId="{146C5211-B306-479C-901B-0C7F7ACA4270}" destId="{69B03169-4A3E-4073-9437-04E678129AB4}" srcOrd="1" destOrd="0" presId="urn:microsoft.com/office/officeart/2018/2/layout/IconVerticalSolidList"/>
    <dgm:cxn modelId="{ECB508FC-7A16-405B-B269-E3339FC0AF4E}" type="presParOf" srcId="{146C5211-B306-479C-901B-0C7F7ACA4270}" destId="{793955F2-5104-427F-A444-B9D916007C8C}" srcOrd="2" destOrd="0" presId="urn:microsoft.com/office/officeart/2018/2/layout/IconVerticalSolidList"/>
    <dgm:cxn modelId="{141BE401-E2D8-453D-BABD-9870BD6F10C1}" type="presParOf" srcId="{146C5211-B306-479C-901B-0C7F7ACA4270}" destId="{81FEDCDD-15E2-4434-86BE-AC1C8145CFB6}" srcOrd="3" destOrd="0" presId="urn:microsoft.com/office/officeart/2018/2/layout/IconVerticalSolidList"/>
    <dgm:cxn modelId="{E6B0328D-DEA1-4340-BD63-30001D5B9BC2}" type="presParOf" srcId="{3ABCF4BA-7976-4809-8E45-A6BB0CF74899}" destId="{B1A74864-5F8E-46B9-8E50-269CAED09B24}" srcOrd="1" destOrd="0" presId="urn:microsoft.com/office/officeart/2018/2/layout/IconVerticalSolidList"/>
    <dgm:cxn modelId="{14FEA01B-95B8-46FD-818F-D0708F9DC3F1}" type="presParOf" srcId="{3ABCF4BA-7976-4809-8E45-A6BB0CF74899}" destId="{A5655627-2DFF-42BB-AF53-7B4CD93EF81C}" srcOrd="2" destOrd="0" presId="urn:microsoft.com/office/officeart/2018/2/layout/IconVerticalSolidList"/>
    <dgm:cxn modelId="{7B233E61-228B-40B0-B79E-53223BCF9FC1}" type="presParOf" srcId="{A5655627-2DFF-42BB-AF53-7B4CD93EF81C}" destId="{3E0B738F-059A-4FD9-B010-EBDB32851ECE}" srcOrd="0" destOrd="0" presId="urn:microsoft.com/office/officeart/2018/2/layout/IconVerticalSolidList"/>
    <dgm:cxn modelId="{35E0E2A3-AD5E-4E27-8E81-B3C75024987C}" type="presParOf" srcId="{A5655627-2DFF-42BB-AF53-7B4CD93EF81C}" destId="{14BF6CE3-9F03-4E60-AFBD-533E89C0F20E}" srcOrd="1" destOrd="0" presId="urn:microsoft.com/office/officeart/2018/2/layout/IconVerticalSolidList"/>
    <dgm:cxn modelId="{F2ADD4AB-B451-4B5F-AF16-BB069D14BA4A}" type="presParOf" srcId="{A5655627-2DFF-42BB-AF53-7B4CD93EF81C}" destId="{FDD92A5B-F18E-4D8A-BCAD-8E46B398925C}" srcOrd="2" destOrd="0" presId="urn:microsoft.com/office/officeart/2018/2/layout/IconVerticalSolidList"/>
    <dgm:cxn modelId="{5820B395-94F2-4B28-9ED9-9A06FD6D1E4B}" type="presParOf" srcId="{A5655627-2DFF-42BB-AF53-7B4CD93EF81C}" destId="{1C8EFE20-3011-46AF-89C0-45A7A4DF77B2}" srcOrd="3" destOrd="0" presId="urn:microsoft.com/office/officeart/2018/2/layout/IconVerticalSolidList"/>
    <dgm:cxn modelId="{A09F9B37-9271-4283-84B3-84B3C640FC53}" type="presParOf" srcId="{3ABCF4BA-7976-4809-8E45-A6BB0CF74899}" destId="{D40C4E43-B963-4847-80E7-111543214D5E}" srcOrd="3" destOrd="0" presId="urn:microsoft.com/office/officeart/2018/2/layout/IconVerticalSolidList"/>
    <dgm:cxn modelId="{A79D9596-FB47-4333-AB56-92249E22F667}" type="presParOf" srcId="{3ABCF4BA-7976-4809-8E45-A6BB0CF74899}" destId="{9655DF7B-39D8-4A46-AC82-07F75A6368D6}" srcOrd="4" destOrd="0" presId="urn:microsoft.com/office/officeart/2018/2/layout/IconVerticalSolidList"/>
    <dgm:cxn modelId="{DB4729F1-77F5-4ED2-AED4-0CF6D7EF8F78}" type="presParOf" srcId="{9655DF7B-39D8-4A46-AC82-07F75A6368D6}" destId="{E70D9899-6D45-4AA2-A32C-91784A2F71C7}" srcOrd="0" destOrd="0" presId="urn:microsoft.com/office/officeart/2018/2/layout/IconVerticalSolidList"/>
    <dgm:cxn modelId="{3000DD2D-C903-449B-81F6-5C4ABD108B3E}" type="presParOf" srcId="{9655DF7B-39D8-4A46-AC82-07F75A6368D6}" destId="{D64DEA3B-4C08-4DFA-B71E-5B4B0CCF31C8}" srcOrd="1" destOrd="0" presId="urn:microsoft.com/office/officeart/2018/2/layout/IconVerticalSolidList"/>
    <dgm:cxn modelId="{166E088A-5F92-4046-B32C-CC9F4B6CC8CC}" type="presParOf" srcId="{9655DF7B-39D8-4A46-AC82-07F75A6368D6}" destId="{835C1BE0-5B66-4624-AE23-91040AE7D706}" srcOrd="2" destOrd="0" presId="urn:microsoft.com/office/officeart/2018/2/layout/IconVerticalSolidList"/>
    <dgm:cxn modelId="{B4344971-10C9-4E2B-8929-9950BE15E15F}" type="presParOf" srcId="{9655DF7B-39D8-4A46-AC82-07F75A6368D6}" destId="{C54616DF-8091-417B-A2D9-3360238D15F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105A4-766A-4388-AFF8-B14038B4FC51}">
      <dsp:nvSpPr>
        <dsp:cNvPr id="0" name=""/>
        <dsp:cNvSpPr/>
      </dsp:nvSpPr>
      <dsp:spPr>
        <a:xfrm>
          <a:off x="1213388" y="846"/>
          <a:ext cx="962894" cy="96289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95DE60-9B9F-48A5-AE0A-760B1DB94710}">
      <dsp:nvSpPr>
        <dsp:cNvPr id="0" name=""/>
        <dsp:cNvSpPr/>
      </dsp:nvSpPr>
      <dsp:spPr>
        <a:xfrm>
          <a:off x="1418595" y="206053"/>
          <a:ext cx="552480" cy="5524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F93D79-6808-4682-A5E5-12C257659BAB}">
      <dsp:nvSpPr>
        <dsp:cNvPr id="0" name=""/>
        <dsp:cNvSpPr/>
      </dsp:nvSpPr>
      <dsp:spPr>
        <a:xfrm>
          <a:off x="905577" y="1263659"/>
          <a:ext cx="1578515" cy="63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Uses charge and spin of electrons</a:t>
          </a:r>
        </a:p>
      </dsp:txBody>
      <dsp:txXfrm>
        <a:off x="905577" y="1263659"/>
        <a:ext cx="1578515" cy="631406"/>
      </dsp:txXfrm>
    </dsp:sp>
    <dsp:sp modelId="{65633E3F-6F49-48F8-B3DD-163AB77E362A}">
      <dsp:nvSpPr>
        <dsp:cNvPr id="0" name=""/>
        <dsp:cNvSpPr/>
      </dsp:nvSpPr>
      <dsp:spPr>
        <a:xfrm>
          <a:off x="3068144" y="846"/>
          <a:ext cx="962894" cy="96289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F8895A-E680-47E9-A05E-AD7545CDFD7F}">
      <dsp:nvSpPr>
        <dsp:cNvPr id="0" name=""/>
        <dsp:cNvSpPr/>
      </dsp:nvSpPr>
      <dsp:spPr>
        <a:xfrm>
          <a:off x="3273351" y="206053"/>
          <a:ext cx="552480" cy="5524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0B817C-DBD0-4921-B6C8-60A253C4C150}">
      <dsp:nvSpPr>
        <dsp:cNvPr id="0" name=""/>
        <dsp:cNvSpPr/>
      </dsp:nvSpPr>
      <dsp:spPr>
        <a:xfrm>
          <a:off x="2760333" y="1263659"/>
          <a:ext cx="1578515" cy="63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Enables faster and energy-efficient processing</a:t>
          </a:r>
        </a:p>
      </dsp:txBody>
      <dsp:txXfrm>
        <a:off x="2760333" y="1263659"/>
        <a:ext cx="1578515" cy="631406"/>
      </dsp:txXfrm>
    </dsp:sp>
    <dsp:sp modelId="{261C40B3-131F-41A1-A34C-39F4F3CA8581}">
      <dsp:nvSpPr>
        <dsp:cNvPr id="0" name=""/>
        <dsp:cNvSpPr/>
      </dsp:nvSpPr>
      <dsp:spPr>
        <a:xfrm>
          <a:off x="4922900" y="846"/>
          <a:ext cx="962894" cy="96289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19B83E-4EE3-4BF6-B9D3-5D58BEF76C22}">
      <dsp:nvSpPr>
        <dsp:cNvPr id="0" name=""/>
        <dsp:cNvSpPr/>
      </dsp:nvSpPr>
      <dsp:spPr>
        <a:xfrm>
          <a:off x="5128107" y="206053"/>
          <a:ext cx="552480" cy="5524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88D4C8-26F3-4BF5-893A-2353DEBCA588}">
      <dsp:nvSpPr>
        <dsp:cNvPr id="0" name=""/>
        <dsp:cNvSpPr/>
      </dsp:nvSpPr>
      <dsp:spPr>
        <a:xfrm>
          <a:off x="4615089" y="1263659"/>
          <a:ext cx="1578515" cy="63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Used in next-gen memory and sensors</a:t>
          </a:r>
        </a:p>
      </dsp:txBody>
      <dsp:txXfrm>
        <a:off x="4615089" y="1263659"/>
        <a:ext cx="1578515" cy="6314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BB8FD6-6A6D-4996-82EB-2FDEB430B0D5}">
      <dsp:nvSpPr>
        <dsp:cNvPr id="0" name=""/>
        <dsp:cNvSpPr/>
      </dsp:nvSpPr>
      <dsp:spPr>
        <a:xfrm>
          <a:off x="0" y="0"/>
          <a:ext cx="6144768" cy="8650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World's first spin photo detector</a:t>
          </a:r>
        </a:p>
      </dsp:txBody>
      <dsp:txXfrm>
        <a:off x="25336" y="25336"/>
        <a:ext cx="5138246" cy="814350"/>
      </dsp:txXfrm>
    </dsp:sp>
    <dsp:sp modelId="{D3801D06-F3D1-4B5E-A4E8-34BB0654A83D}">
      <dsp:nvSpPr>
        <dsp:cNvPr id="0" name=""/>
        <dsp:cNvSpPr/>
      </dsp:nvSpPr>
      <dsp:spPr>
        <a:xfrm>
          <a:off x="514624" y="1022299"/>
          <a:ext cx="6144768" cy="8650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Converts light into spin current</a:t>
          </a:r>
        </a:p>
      </dsp:txBody>
      <dsp:txXfrm>
        <a:off x="539960" y="1047635"/>
        <a:ext cx="5017207" cy="814350"/>
      </dsp:txXfrm>
    </dsp:sp>
    <dsp:sp modelId="{88253E06-6451-4A9D-95ED-04220D5EA1B8}">
      <dsp:nvSpPr>
        <dsp:cNvPr id="0" name=""/>
        <dsp:cNvSpPr/>
      </dsp:nvSpPr>
      <dsp:spPr>
        <a:xfrm>
          <a:off x="1021567" y="2044598"/>
          <a:ext cx="6144768" cy="8650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- 20 picosecond response time</a:t>
          </a:r>
        </a:p>
      </dsp:txBody>
      <dsp:txXfrm>
        <a:off x="1046903" y="2069934"/>
        <a:ext cx="5024888" cy="814350"/>
      </dsp:txXfrm>
    </dsp:sp>
    <dsp:sp modelId="{9C3D7CB3-E7E0-4B4A-914C-FC2F2A361BCD}">
      <dsp:nvSpPr>
        <dsp:cNvPr id="0" name=""/>
        <dsp:cNvSpPr/>
      </dsp:nvSpPr>
      <dsp:spPr>
        <a:xfrm>
          <a:off x="1536191" y="3066897"/>
          <a:ext cx="6144768" cy="8650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- 10x faster than traditional devices</a:t>
          </a:r>
        </a:p>
      </dsp:txBody>
      <dsp:txXfrm>
        <a:off x="1561527" y="3092233"/>
        <a:ext cx="5017207" cy="814350"/>
      </dsp:txXfrm>
    </dsp:sp>
    <dsp:sp modelId="{83F3E7B4-E739-47A1-A77E-F8190C644BA7}">
      <dsp:nvSpPr>
        <dsp:cNvPr id="0" name=""/>
        <dsp:cNvSpPr/>
      </dsp:nvSpPr>
      <dsp:spPr>
        <a:xfrm>
          <a:off x="5582503" y="662528"/>
          <a:ext cx="562264" cy="5622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5709012" y="662528"/>
        <a:ext cx="309246" cy="423104"/>
      </dsp:txXfrm>
    </dsp:sp>
    <dsp:sp modelId="{BA530177-0C4C-4E16-9288-2104D7D41495}">
      <dsp:nvSpPr>
        <dsp:cNvPr id="0" name=""/>
        <dsp:cNvSpPr/>
      </dsp:nvSpPr>
      <dsp:spPr>
        <a:xfrm>
          <a:off x="6097127" y="1684827"/>
          <a:ext cx="562264" cy="5622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223636" y="1684827"/>
        <a:ext cx="309246" cy="423104"/>
      </dsp:txXfrm>
    </dsp:sp>
    <dsp:sp modelId="{DA65A66B-DD3C-4D04-8BD3-F6C500B7D8E0}">
      <dsp:nvSpPr>
        <dsp:cNvPr id="0" name=""/>
        <dsp:cNvSpPr/>
      </dsp:nvSpPr>
      <dsp:spPr>
        <a:xfrm>
          <a:off x="6604071" y="2707126"/>
          <a:ext cx="562264" cy="5622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730580" y="2707126"/>
        <a:ext cx="309246" cy="4231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17CD91-2E1B-4AE2-89AA-6D6C7F714B31}">
      <dsp:nvSpPr>
        <dsp:cNvPr id="0" name=""/>
        <dsp:cNvSpPr/>
      </dsp:nvSpPr>
      <dsp:spPr>
        <a:xfrm>
          <a:off x="762852" y="62"/>
          <a:ext cx="2865759" cy="171945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- 800 nm wavelength</a:t>
          </a:r>
        </a:p>
      </dsp:txBody>
      <dsp:txXfrm>
        <a:off x="762852" y="62"/>
        <a:ext cx="2865759" cy="1719455"/>
      </dsp:txXfrm>
    </dsp:sp>
    <dsp:sp modelId="{E9E561A9-5976-4BC2-9BD4-7DCD343E7FC7}">
      <dsp:nvSpPr>
        <dsp:cNvPr id="0" name=""/>
        <dsp:cNvSpPr/>
      </dsp:nvSpPr>
      <dsp:spPr>
        <a:xfrm>
          <a:off x="3915187" y="62"/>
          <a:ext cx="2865759" cy="1719455"/>
        </a:xfrm>
        <a:prstGeom prst="rect">
          <a:avLst/>
        </a:prstGeom>
        <a:solidFill>
          <a:schemeClr val="accent2">
            <a:hueOff val="-441124"/>
            <a:satOff val="497"/>
            <a:lumOff val="1177"/>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 Uses Magnetic Tunnel Junction (MTJ) tech</a:t>
          </a:r>
        </a:p>
      </dsp:txBody>
      <dsp:txXfrm>
        <a:off x="3915187" y="62"/>
        <a:ext cx="2865759" cy="1719455"/>
      </dsp:txXfrm>
    </dsp:sp>
    <dsp:sp modelId="{41D0845E-8457-4D7F-9C99-0D22D95D7451}">
      <dsp:nvSpPr>
        <dsp:cNvPr id="0" name=""/>
        <dsp:cNvSpPr/>
      </dsp:nvSpPr>
      <dsp:spPr>
        <a:xfrm>
          <a:off x="762852" y="2006093"/>
          <a:ext cx="2865759" cy="1719455"/>
        </a:xfrm>
        <a:prstGeom prst="rect">
          <a:avLst/>
        </a:prstGeom>
        <a:solidFill>
          <a:schemeClr val="accent2">
            <a:hueOff val="-882249"/>
            <a:satOff val="995"/>
            <a:lumOff val="2353"/>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 Optical + Electronic + Magnetic integration</a:t>
          </a:r>
        </a:p>
      </dsp:txBody>
      <dsp:txXfrm>
        <a:off x="762852" y="2006093"/>
        <a:ext cx="2865759" cy="1719455"/>
      </dsp:txXfrm>
    </dsp:sp>
    <dsp:sp modelId="{BCF19A3F-C5D3-4E28-B87F-0666A501E333}">
      <dsp:nvSpPr>
        <dsp:cNvPr id="0" name=""/>
        <dsp:cNvSpPr/>
      </dsp:nvSpPr>
      <dsp:spPr>
        <a:xfrm>
          <a:off x="3915187" y="2006093"/>
          <a:ext cx="2865759" cy="1719455"/>
        </a:xfrm>
        <a:prstGeom prst="rect">
          <a:avLst/>
        </a:prstGeom>
        <a:solidFill>
          <a:schemeClr val="accent2">
            <a:hueOff val="-1323373"/>
            <a:satOff val="1492"/>
            <a:lumOff val="353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 Compact and energy-saving</a:t>
          </a:r>
        </a:p>
      </dsp:txBody>
      <dsp:txXfrm>
        <a:off x="3915187" y="2006093"/>
        <a:ext cx="2865759" cy="17194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BBCBF-5EFF-4B17-BFCE-E5AD2DE50C9B}">
      <dsp:nvSpPr>
        <dsp:cNvPr id="0" name=""/>
        <dsp:cNvSpPr/>
      </dsp:nvSpPr>
      <dsp:spPr>
        <a:xfrm>
          <a:off x="0" y="1546"/>
          <a:ext cx="7543800" cy="7836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29FECD-C329-41AE-8C23-F849BACBE27A}">
      <dsp:nvSpPr>
        <dsp:cNvPr id="0" name=""/>
        <dsp:cNvSpPr/>
      </dsp:nvSpPr>
      <dsp:spPr>
        <a:xfrm>
          <a:off x="237065" y="177876"/>
          <a:ext cx="431028" cy="4310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42BAAB-000E-41BD-A13A-A64EB6A91CBF}">
      <dsp:nvSpPr>
        <dsp:cNvPr id="0" name=""/>
        <dsp:cNvSpPr/>
      </dsp:nvSpPr>
      <dsp:spPr>
        <a:xfrm>
          <a:off x="905159" y="1546"/>
          <a:ext cx="6638640" cy="783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940" tIns="82940" rIns="82940" bIns="82940" numCol="1" spcCol="1270" anchor="ctr" anchorCtr="0">
          <a:noAutofit/>
        </a:bodyPr>
        <a:lstStyle/>
        <a:p>
          <a:pPr marL="0" lvl="0" indent="0" algn="l" defTabSz="977900">
            <a:lnSpc>
              <a:spcPct val="90000"/>
            </a:lnSpc>
            <a:spcBef>
              <a:spcPct val="0"/>
            </a:spcBef>
            <a:spcAft>
              <a:spcPct val="35000"/>
            </a:spcAft>
            <a:buNone/>
          </a:pPr>
          <a:r>
            <a:rPr lang="en-US" sz="2200" kern="1200"/>
            <a:t>- AI data transfer</a:t>
          </a:r>
        </a:p>
      </dsp:txBody>
      <dsp:txXfrm>
        <a:off x="905159" y="1546"/>
        <a:ext cx="6638640" cy="783688"/>
      </dsp:txXfrm>
    </dsp:sp>
    <dsp:sp modelId="{51F35AD0-82D1-4EDE-95B4-64D27BF1EDC7}">
      <dsp:nvSpPr>
        <dsp:cNvPr id="0" name=""/>
        <dsp:cNvSpPr/>
      </dsp:nvSpPr>
      <dsp:spPr>
        <a:xfrm>
          <a:off x="0" y="981156"/>
          <a:ext cx="7543800" cy="7836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9396FE-E452-4DA4-9CE9-92E3EA9C8240}">
      <dsp:nvSpPr>
        <dsp:cNvPr id="0" name=""/>
        <dsp:cNvSpPr/>
      </dsp:nvSpPr>
      <dsp:spPr>
        <a:xfrm>
          <a:off x="237065" y="1157486"/>
          <a:ext cx="431028" cy="4310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33AAD0-6D7B-4291-8298-B4B0008B8F39}">
      <dsp:nvSpPr>
        <dsp:cNvPr id="0" name=""/>
        <dsp:cNvSpPr/>
      </dsp:nvSpPr>
      <dsp:spPr>
        <a:xfrm>
          <a:off x="905159" y="981156"/>
          <a:ext cx="6638640" cy="783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940" tIns="82940" rIns="82940" bIns="82940" numCol="1" spcCol="1270" anchor="ctr" anchorCtr="0">
          <a:noAutofit/>
        </a:bodyPr>
        <a:lstStyle/>
        <a:p>
          <a:pPr marL="0" lvl="0" indent="0" algn="l" defTabSz="977900">
            <a:lnSpc>
              <a:spcPct val="90000"/>
            </a:lnSpc>
            <a:spcBef>
              <a:spcPct val="0"/>
            </a:spcBef>
            <a:spcAft>
              <a:spcPct val="35000"/>
            </a:spcAft>
            <a:buNone/>
          </a:pPr>
          <a:r>
            <a:rPr lang="en-US" sz="2200" kern="1200"/>
            <a:t>- AR/VR smart glasses</a:t>
          </a:r>
        </a:p>
      </dsp:txBody>
      <dsp:txXfrm>
        <a:off x="905159" y="981156"/>
        <a:ext cx="6638640" cy="783688"/>
      </dsp:txXfrm>
    </dsp:sp>
    <dsp:sp modelId="{EFB0E47E-AE85-4BEC-890D-5F33F6B615DD}">
      <dsp:nvSpPr>
        <dsp:cNvPr id="0" name=""/>
        <dsp:cNvSpPr/>
      </dsp:nvSpPr>
      <dsp:spPr>
        <a:xfrm>
          <a:off x="0" y="1960767"/>
          <a:ext cx="7543800" cy="7836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F77FC8-337E-4A57-B89F-1B2E38E95E09}">
      <dsp:nvSpPr>
        <dsp:cNvPr id="0" name=""/>
        <dsp:cNvSpPr/>
      </dsp:nvSpPr>
      <dsp:spPr>
        <a:xfrm>
          <a:off x="237065" y="2137096"/>
          <a:ext cx="431028" cy="4310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BE4D06-F219-45A4-B4C5-76CC77ED6E69}">
      <dsp:nvSpPr>
        <dsp:cNvPr id="0" name=""/>
        <dsp:cNvSpPr/>
      </dsp:nvSpPr>
      <dsp:spPr>
        <a:xfrm>
          <a:off x="905159" y="1960767"/>
          <a:ext cx="6638640" cy="783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940" tIns="82940" rIns="82940" bIns="82940" numCol="1" spcCol="1270" anchor="ctr" anchorCtr="0">
          <a:noAutofit/>
        </a:bodyPr>
        <a:lstStyle/>
        <a:p>
          <a:pPr marL="0" lvl="0" indent="0" algn="l" defTabSz="977900">
            <a:lnSpc>
              <a:spcPct val="90000"/>
            </a:lnSpc>
            <a:spcBef>
              <a:spcPct val="0"/>
            </a:spcBef>
            <a:spcAft>
              <a:spcPct val="35000"/>
            </a:spcAft>
            <a:buNone/>
          </a:pPr>
          <a:r>
            <a:rPr lang="en-US" sz="2200" kern="1200"/>
            <a:t>- High-speed cameras</a:t>
          </a:r>
        </a:p>
      </dsp:txBody>
      <dsp:txXfrm>
        <a:off x="905159" y="1960767"/>
        <a:ext cx="6638640" cy="783688"/>
      </dsp:txXfrm>
    </dsp:sp>
    <dsp:sp modelId="{C3187078-EA18-4983-B8EB-EACE1768B16B}">
      <dsp:nvSpPr>
        <dsp:cNvPr id="0" name=""/>
        <dsp:cNvSpPr/>
      </dsp:nvSpPr>
      <dsp:spPr>
        <a:xfrm>
          <a:off x="0" y="2940377"/>
          <a:ext cx="7543800" cy="7836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B5B8E0-2536-4C64-B1CB-68178AC68083}">
      <dsp:nvSpPr>
        <dsp:cNvPr id="0" name=""/>
        <dsp:cNvSpPr/>
      </dsp:nvSpPr>
      <dsp:spPr>
        <a:xfrm>
          <a:off x="237065" y="3116707"/>
          <a:ext cx="431028" cy="4310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BCB5CE-C0B4-4A21-B630-D7F98FCA7985}">
      <dsp:nvSpPr>
        <dsp:cNvPr id="0" name=""/>
        <dsp:cNvSpPr/>
      </dsp:nvSpPr>
      <dsp:spPr>
        <a:xfrm>
          <a:off x="905159" y="2940377"/>
          <a:ext cx="6638640" cy="783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940" tIns="82940" rIns="82940" bIns="82940" numCol="1" spcCol="1270" anchor="ctr" anchorCtr="0">
          <a:noAutofit/>
        </a:bodyPr>
        <a:lstStyle/>
        <a:p>
          <a:pPr marL="0" lvl="0" indent="0" algn="l" defTabSz="977900">
            <a:lnSpc>
              <a:spcPct val="90000"/>
            </a:lnSpc>
            <a:spcBef>
              <a:spcPct val="0"/>
            </a:spcBef>
            <a:spcAft>
              <a:spcPct val="35000"/>
            </a:spcAft>
            <a:buNone/>
          </a:pPr>
          <a:r>
            <a:rPr lang="en-US" sz="2200" kern="1200"/>
            <a:t>- Space and satellite systems</a:t>
          </a:r>
        </a:p>
      </dsp:txBody>
      <dsp:txXfrm>
        <a:off x="905159" y="2940377"/>
        <a:ext cx="6638640" cy="7836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A031D-7575-4236-B59B-F42F5FBD6341}">
      <dsp:nvSpPr>
        <dsp:cNvPr id="0" name=""/>
        <dsp:cNvSpPr/>
      </dsp:nvSpPr>
      <dsp:spPr>
        <a:xfrm>
          <a:off x="0" y="454"/>
          <a:ext cx="7543800" cy="10642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B03169-4A3E-4073-9437-04E678129AB4}">
      <dsp:nvSpPr>
        <dsp:cNvPr id="0" name=""/>
        <dsp:cNvSpPr/>
      </dsp:nvSpPr>
      <dsp:spPr>
        <a:xfrm>
          <a:off x="321920" y="239899"/>
          <a:ext cx="585310" cy="5853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FEDCDD-15E2-4434-86BE-AC1C8145CFB6}">
      <dsp:nvSpPr>
        <dsp:cNvPr id="0" name=""/>
        <dsp:cNvSpPr/>
      </dsp:nvSpPr>
      <dsp:spPr>
        <a:xfrm>
          <a:off x="1229151" y="454"/>
          <a:ext cx="6314648" cy="1064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628" tIns="112628" rIns="112628" bIns="112628" numCol="1" spcCol="1270" anchor="ctr" anchorCtr="0">
          <a:noAutofit/>
        </a:bodyPr>
        <a:lstStyle/>
        <a:p>
          <a:pPr marL="0" lvl="0" indent="0" algn="l" defTabSz="1111250">
            <a:lnSpc>
              <a:spcPct val="90000"/>
            </a:lnSpc>
            <a:spcBef>
              <a:spcPct val="0"/>
            </a:spcBef>
            <a:spcAft>
              <a:spcPct val="35000"/>
            </a:spcAft>
            <a:buNone/>
          </a:pPr>
          <a:r>
            <a:rPr lang="en-US" sz="2500" kern="1200"/>
            <a:t>- Solves AI data bottlenecks</a:t>
          </a:r>
        </a:p>
      </dsp:txBody>
      <dsp:txXfrm>
        <a:off x="1229151" y="454"/>
        <a:ext cx="6314648" cy="1064200"/>
      </dsp:txXfrm>
    </dsp:sp>
    <dsp:sp modelId="{3E0B738F-059A-4FD9-B010-EBDB32851ECE}">
      <dsp:nvSpPr>
        <dsp:cNvPr id="0" name=""/>
        <dsp:cNvSpPr/>
      </dsp:nvSpPr>
      <dsp:spPr>
        <a:xfrm>
          <a:off x="0" y="1330705"/>
          <a:ext cx="7543800" cy="10642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BF6CE3-9F03-4E60-AFBD-533E89C0F20E}">
      <dsp:nvSpPr>
        <dsp:cNvPr id="0" name=""/>
        <dsp:cNvSpPr/>
      </dsp:nvSpPr>
      <dsp:spPr>
        <a:xfrm>
          <a:off x="321920" y="1570150"/>
          <a:ext cx="585310" cy="5853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C8EFE20-3011-46AF-89C0-45A7A4DF77B2}">
      <dsp:nvSpPr>
        <dsp:cNvPr id="0" name=""/>
        <dsp:cNvSpPr/>
      </dsp:nvSpPr>
      <dsp:spPr>
        <a:xfrm>
          <a:off x="1229151" y="1330705"/>
          <a:ext cx="6314648" cy="1064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628" tIns="112628" rIns="112628" bIns="112628" numCol="1" spcCol="1270" anchor="ctr" anchorCtr="0">
          <a:noAutofit/>
        </a:bodyPr>
        <a:lstStyle/>
        <a:p>
          <a:pPr marL="0" lvl="0" indent="0" algn="l" defTabSz="1111250">
            <a:lnSpc>
              <a:spcPct val="90000"/>
            </a:lnSpc>
            <a:spcBef>
              <a:spcPct val="0"/>
            </a:spcBef>
            <a:spcAft>
              <a:spcPct val="35000"/>
            </a:spcAft>
            <a:buNone/>
          </a:pPr>
          <a:r>
            <a:rPr lang="en-US" sz="2500" kern="1200"/>
            <a:t>- Enables faster, smarter tech</a:t>
          </a:r>
        </a:p>
      </dsp:txBody>
      <dsp:txXfrm>
        <a:off x="1229151" y="1330705"/>
        <a:ext cx="6314648" cy="1064200"/>
      </dsp:txXfrm>
    </dsp:sp>
    <dsp:sp modelId="{E70D9899-6D45-4AA2-A32C-91784A2F71C7}">
      <dsp:nvSpPr>
        <dsp:cNvPr id="0" name=""/>
        <dsp:cNvSpPr/>
      </dsp:nvSpPr>
      <dsp:spPr>
        <a:xfrm>
          <a:off x="0" y="2660956"/>
          <a:ext cx="7543800" cy="10642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4DEA3B-4C08-4DFA-B71E-5B4B0CCF31C8}">
      <dsp:nvSpPr>
        <dsp:cNvPr id="0" name=""/>
        <dsp:cNvSpPr/>
      </dsp:nvSpPr>
      <dsp:spPr>
        <a:xfrm>
          <a:off x="321920" y="2900401"/>
          <a:ext cx="585310" cy="5853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4616DF-8091-417B-A2D9-3360238D15F9}">
      <dsp:nvSpPr>
        <dsp:cNvPr id="0" name=""/>
        <dsp:cNvSpPr/>
      </dsp:nvSpPr>
      <dsp:spPr>
        <a:xfrm>
          <a:off x="1229151" y="2660956"/>
          <a:ext cx="6314648" cy="1064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628" tIns="112628" rIns="112628" bIns="112628" numCol="1" spcCol="1270" anchor="ctr" anchorCtr="0">
          <a:noAutofit/>
        </a:bodyPr>
        <a:lstStyle/>
        <a:p>
          <a:pPr marL="0" lvl="0" indent="0" algn="l" defTabSz="1111250">
            <a:lnSpc>
              <a:spcPct val="90000"/>
            </a:lnSpc>
            <a:spcBef>
              <a:spcPct val="0"/>
            </a:spcBef>
            <a:spcAft>
              <a:spcPct val="35000"/>
            </a:spcAft>
            <a:buNone/>
          </a:pPr>
          <a:r>
            <a:rPr lang="en-US" sz="2500" kern="1200"/>
            <a:t>- Spintronics = Future-ready tech</a:t>
          </a:r>
        </a:p>
      </dsp:txBody>
      <dsp:txXfrm>
        <a:off x="1229151" y="2660956"/>
        <a:ext cx="6314648" cy="10642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tr-TR"/>
              <a:t>Asıl alt başlık stilini düzenlemek için tıklayın</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fld id="{5BCAD085-E8A6-8845-BD4E-CB4CCA059FC4}" type="datetimeFigureOut">
              <a:rPr lang="en-US" smtClean="0"/>
              <a:t>4/29/2025</a:t>
            </a:fld>
            <a:endParaRPr lang="en-US"/>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8302142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7089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6453378" y="5211060"/>
            <a:ext cx="1584198" cy="22860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68781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2387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8069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8648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066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8" name="Date Placeholder 7"/>
          <p:cNvSpPr>
            <a:spLocks noGrp="1"/>
          </p:cNvSpPr>
          <p:nvPr>
            <p:ph type="dt" sz="half" idx="10"/>
          </p:nvPr>
        </p:nvSpPr>
        <p:spPr/>
        <p:txBody>
          <a:bodyPr/>
          <a:lstStyle/>
          <a:p>
            <a:fld id="{5BCAD085-E8A6-8845-BD4E-CB4CCA059FC4}" type="datetimeFigureOut">
              <a:rPr lang="en-US" smtClean="0"/>
              <a:t>4/29/2025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fld id="{C1FF6DA9-008F-8B48-92A6-B652298478BF}" type="slidenum">
              <a:rPr lang="en-US" smtClean="0"/>
              <a:t>‹#›</a:t>
            </a:fld>
            <a:endParaRPr lang="en-US"/>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94232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fld id="{C1FF6DA9-008F-8B48-92A6-B652298478BF}" type="slidenum">
              <a:rPr lang="en-US" smtClean="0"/>
              <a:t>‹#›</a:t>
            </a:fld>
            <a:endParaRPr lang="en-US"/>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06198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2737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3423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fld id="{5BCAD085-E8A6-8845-BD4E-CB4CCA059FC4}" type="datetimeFigureOut">
              <a:rPr lang="en-US" smtClean="0"/>
              <a:t>4/29/2025</a:t>
            </a:fld>
            <a:endParaRPr lang="en-US"/>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950207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https://doi.org/10.1201/9781003230113-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B32F73EB-B46F-4F77-B3DC-7C374906F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2" name="Rectangle 41">
            <a:extLst>
              <a:ext uri="{FF2B5EF4-FFF2-40B4-BE49-F238E27FC236}">
                <a16:creationId xmlns:a16="http://schemas.microsoft.com/office/drawing/2014/main" id="{ADDB10B3-CF45-4294-8994-0E8AD1FC6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0902" y="1267730"/>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tr-TR"/>
          </a:p>
        </p:txBody>
      </p:sp>
      <p:sp>
        <p:nvSpPr>
          <p:cNvPr id="44" name="Rectangle 43">
            <a:extLst>
              <a:ext uri="{FF2B5EF4-FFF2-40B4-BE49-F238E27FC236}">
                <a16:creationId xmlns:a16="http://schemas.microsoft.com/office/drawing/2014/main" id="{5145417F-1D1B-48A7-B4DA-BAD73B02C8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850" y="1411615"/>
            <a:ext cx="69723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tr-TR"/>
          </a:p>
        </p:txBody>
      </p:sp>
      <p:sp>
        <p:nvSpPr>
          <p:cNvPr id="46" name="Rectangle 45">
            <a:extLst>
              <a:ext uri="{FF2B5EF4-FFF2-40B4-BE49-F238E27FC236}">
                <a16:creationId xmlns:a16="http://schemas.microsoft.com/office/drawing/2014/main" id="{13CF9D9F-1672-4D0C-934E-CD9EE1BE5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51910" y="1267730"/>
            <a:ext cx="144018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grpSp>
        <p:nvGrpSpPr>
          <p:cNvPr id="48" name="Group 47">
            <a:extLst>
              <a:ext uri="{FF2B5EF4-FFF2-40B4-BE49-F238E27FC236}">
                <a16:creationId xmlns:a16="http://schemas.microsoft.com/office/drawing/2014/main" id="{1558C702-CA14-4264-B8FC-A5120F75DE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50855" y="1267730"/>
            <a:ext cx="1567331" cy="645295"/>
            <a:chOff x="5318306" y="1386268"/>
            <a:chExt cx="1567331" cy="645295"/>
          </a:xfrm>
        </p:grpSpPr>
        <p:cxnSp>
          <p:nvCxnSpPr>
            <p:cNvPr id="49" name="Straight Connector 48">
              <a:extLst>
                <a:ext uri="{FF2B5EF4-FFF2-40B4-BE49-F238E27FC236}">
                  <a16:creationId xmlns:a16="http://schemas.microsoft.com/office/drawing/2014/main" id="{6621A72C-7343-4A22-8700-696C5860A2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44A4DC-7861-4DCC-9931-5A075855D6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16C316F-BFB5-424F-A951-E962A3B745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53" name="Rectangle 52">
            <a:extLst>
              <a:ext uri="{FF2B5EF4-FFF2-40B4-BE49-F238E27FC236}">
                <a16:creationId xmlns:a16="http://schemas.microsoft.com/office/drawing/2014/main" id="{B645BD8A-B13F-463A-9101-4FB883F06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5" name="Rectangle 54">
            <a:extLst>
              <a:ext uri="{FF2B5EF4-FFF2-40B4-BE49-F238E27FC236}">
                <a16:creationId xmlns:a16="http://schemas.microsoft.com/office/drawing/2014/main" id="{4B934719-2D81-443B-8FB8-9CA4FFF2E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892" y="457200"/>
            <a:ext cx="8461207" cy="5943603"/>
          </a:xfrm>
          <a:prstGeom prst="rect">
            <a:avLst/>
          </a:prstGeom>
          <a:ln w="6350" cap="flat" cmpd="sng" algn="ctr">
            <a:noFill/>
            <a:prstDash val="solid"/>
            <a:miter lim="800000"/>
          </a:ln>
          <a:effectLst>
            <a:softEdge rad="0"/>
          </a:effectLst>
        </p:spPr>
        <p:txBody>
          <a:bodyPr/>
          <a:lstStyle/>
          <a:p>
            <a:endParaRPr lang="tr-TR"/>
          </a:p>
        </p:txBody>
      </p:sp>
      <p:sp>
        <p:nvSpPr>
          <p:cNvPr id="2" name="Title 1"/>
          <p:cNvSpPr>
            <a:spLocks noGrp="1"/>
          </p:cNvSpPr>
          <p:nvPr>
            <p:ph type="title"/>
          </p:nvPr>
        </p:nvSpPr>
        <p:spPr>
          <a:xfrm>
            <a:off x="946760" y="1158241"/>
            <a:ext cx="4907331" cy="4288144"/>
          </a:xfrm>
        </p:spPr>
        <p:txBody>
          <a:bodyPr vert="horz" lIns="91440" tIns="45720" rIns="91440" bIns="45720" rtlCol="0" anchor="ctr">
            <a:normAutofit/>
          </a:bodyPr>
          <a:lstStyle/>
          <a:p>
            <a:pPr algn="ctr">
              <a:lnSpc>
                <a:spcPct val="83000"/>
              </a:lnSpc>
            </a:pPr>
            <a:br>
              <a:rPr lang="en-US" sz="2400" cap="all" spc="-100" dirty="0">
                <a:solidFill>
                  <a:schemeClr val="tx1"/>
                </a:solidFill>
              </a:rPr>
            </a:br>
            <a:r>
              <a:rPr lang="en-US" sz="3600" b="1" cap="all" spc="-100" dirty="0">
                <a:solidFill>
                  <a:schemeClr val="tx1"/>
                </a:solidFill>
              </a:rPr>
              <a:t>Spin Photo Detector: </a:t>
            </a:r>
            <a:br>
              <a:rPr lang="tr-TR" sz="3600" b="1" cap="all" spc="-100" dirty="0">
                <a:solidFill>
                  <a:schemeClr val="tx1"/>
                </a:solidFill>
              </a:rPr>
            </a:br>
            <a:r>
              <a:rPr lang="en-US" sz="3600" b="1" cap="all" spc="-100" dirty="0">
                <a:solidFill>
                  <a:schemeClr val="tx1"/>
                </a:solidFill>
              </a:rPr>
              <a:t>A Breakthrough in AI Data Transmission</a:t>
            </a:r>
          </a:p>
        </p:txBody>
      </p:sp>
      <p:sp>
        <p:nvSpPr>
          <p:cNvPr id="3" name="Content Placeholder 2"/>
          <p:cNvSpPr>
            <a:spLocks noGrp="1"/>
          </p:cNvSpPr>
          <p:nvPr>
            <p:ph idx="1"/>
          </p:nvPr>
        </p:nvSpPr>
        <p:spPr>
          <a:xfrm>
            <a:off x="6340715" y="1158241"/>
            <a:ext cx="1961474" cy="4581473"/>
          </a:xfrm>
        </p:spPr>
        <p:txBody>
          <a:bodyPr vert="horz" lIns="91440" tIns="45720" rIns="91440" bIns="45720" rtlCol="0" anchor="ctr">
            <a:normAutofit/>
          </a:bodyPr>
          <a:lstStyle/>
          <a:p>
            <a:pPr marL="0" indent="0">
              <a:spcBef>
                <a:spcPts val="0"/>
              </a:spcBef>
              <a:spcAft>
                <a:spcPts val="600"/>
              </a:spcAft>
              <a:buNone/>
            </a:pPr>
            <a:r>
              <a:rPr lang="en-US" sz="1600" spc="80" dirty="0"/>
              <a:t>Presented by </a:t>
            </a:r>
            <a:r>
              <a:rPr lang="tr-TR" sz="1600" spc="80" dirty="0"/>
              <a:t>          Merve gök</a:t>
            </a:r>
            <a:endParaRPr lang="en-US" sz="1600" spc="80" dirty="0"/>
          </a:p>
        </p:txBody>
      </p:sp>
      <p:cxnSp>
        <p:nvCxnSpPr>
          <p:cNvPr id="57" name="Straight Connector 56">
            <a:extLst>
              <a:ext uri="{FF2B5EF4-FFF2-40B4-BE49-F238E27FC236}">
                <a16:creationId xmlns:a16="http://schemas.microsoft.com/office/drawing/2014/main" id="{B29CC623-FD26-47FD-9E70-44325D453E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404" y="2057401"/>
            <a:ext cx="0" cy="274320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7302F2-2EAD-2BD9-A022-CB3F3BC2414F}"/>
              </a:ext>
            </a:extLst>
          </p:cNvPr>
          <p:cNvSpPr>
            <a:spLocks noGrp="1"/>
          </p:cNvSpPr>
          <p:nvPr>
            <p:ph type="title"/>
          </p:nvPr>
        </p:nvSpPr>
        <p:spPr>
          <a:xfrm>
            <a:off x="553673" y="642594"/>
            <a:ext cx="7858807" cy="1748268"/>
          </a:xfrm>
        </p:spPr>
        <p:txBody>
          <a:bodyPr/>
          <a:lstStyle/>
          <a:p>
            <a:r>
              <a:rPr lang="en-US" sz="3600" i="0" dirty="0">
                <a:solidFill>
                  <a:srgbClr val="000000"/>
                </a:solidFill>
                <a:effectLst/>
                <a:latin typeface="Open Sans" panose="020B0606030504020204" pitchFamily="34" charset="0"/>
              </a:rPr>
              <a:t>A</a:t>
            </a:r>
            <a:r>
              <a:rPr lang="tr-TR" sz="3600" i="0" dirty="0" err="1">
                <a:solidFill>
                  <a:srgbClr val="000000"/>
                </a:solidFill>
                <a:effectLst/>
                <a:latin typeface="Open Sans" panose="020B0606030504020204" pitchFamily="34" charset="0"/>
              </a:rPr>
              <a:t>bstract</a:t>
            </a:r>
            <a:br>
              <a:rPr lang="en-US" b="1" i="0" dirty="0">
                <a:solidFill>
                  <a:srgbClr val="000000"/>
                </a:solidFill>
                <a:effectLst/>
                <a:latin typeface="Open Sans" panose="020B0606030504020204" pitchFamily="34" charset="0"/>
              </a:rPr>
            </a:br>
            <a:endParaRPr lang="tr-TR" dirty="0"/>
          </a:p>
        </p:txBody>
      </p:sp>
      <p:sp>
        <p:nvSpPr>
          <p:cNvPr id="3" name="İçerik Yer Tutucusu 2">
            <a:extLst>
              <a:ext uri="{FF2B5EF4-FFF2-40B4-BE49-F238E27FC236}">
                <a16:creationId xmlns:a16="http://schemas.microsoft.com/office/drawing/2014/main" id="{2C260914-0AC5-2CD7-1DDC-5305E908C116}"/>
              </a:ext>
            </a:extLst>
          </p:cNvPr>
          <p:cNvSpPr>
            <a:spLocks noGrp="1"/>
          </p:cNvSpPr>
          <p:nvPr>
            <p:ph idx="1"/>
          </p:nvPr>
        </p:nvSpPr>
        <p:spPr>
          <a:xfrm>
            <a:off x="553673" y="1493240"/>
            <a:ext cx="7858807" cy="4541800"/>
          </a:xfrm>
        </p:spPr>
        <p:txBody>
          <a:bodyPr>
            <a:normAutofit fontScale="85000" lnSpcReduction="10000"/>
          </a:bodyPr>
          <a:lstStyle/>
          <a:p>
            <a:pPr marL="0" indent="0" algn="l">
              <a:spcAft>
                <a:spcPts val="750"/>
              </a:spcAft>
              <a:buNone/>
            </a:pPr>
            <a:r>
              <a:rPr lang="en-US" sz="1900" b="0" i="0" dirty="0">
                <a:solidFill>
                  <a:srgbClr val="000000"/>
                </a:solidFill>
                <a:effectLst/>
                <a:latin typeface="Open Sans" panose="020B0606030504020204" pitchFamily="34" charset="0"/>
              </a:rPr>
              <a:t>Spintronics is one of the rising technologies with massive growth potential and has the capability to develop in the coming years, especially in the industrial market for AI applications. In spintronics or spin electronics, data are accumulated by using the spin property of electrons. Due to this property of </a:t>
            </a:r>
            <a:r>
              <a:rPr lang="en-US" sz="1900" b="0" i="0" dirty="0">
                <a:solidFill>
                  <a:srgbClr val="000000"/>
                </a:solidFill>
                <a:effectLst/>
              </a:rPr>
              <a:t>electrons, there is a huge shift in device functionality. A lot of research work has been done and is still ongoing to enhance this property. Here</a:t>
            </a:r>
            <a:r>
              <a:rPr lang="en-US" sz="1900" i="0" dirty="0">
                <a:solidFill>
                  <a:srgbClr val="000000"/>
                </a:solidFill>
                <a:effectLst/>
              </a:rPr>
              <a:t>, we use spin property</a:t>
            </a:r>
            <a:r>
              <a:rPr lang="en-US" sz="1900" i="0" dirty="0">
                <a:solidFill>
                  <a:srgbClr val="000000"/>
                </a:solidFill>
                <a:effectLst/>
                <a:latin typeface="Open Sans" panose="020B0606030504020204" pitchFamily="34" charset="0"/>
              </a:rPr>
              <a:t>, which solves the biggest issue which the world is facing today, that is, power consumption. With this new technology, there are many advantages like high speed, compact devices, less power consumption, reduced heat dissipation, and nonvolatility</a:t>
            </a:r>
            <a:r>
              <a:rPr lang="en-US" sz="1900" b="0" i="0" dirty="0">
                <a:solidFill>
                  <a:srgbClr val="000000"/>
                </a:solidFill>
                <a:effectLst/>
                <a:latin typeface="Open Sans" panose="020B0606030504020204" pitchFamily="34" charset="0"/>
              </a:rPr>
              <a:t>. In this chapter, we discuss the technology of spintronics. The applications of the different types of spintronic-based devices are quantum computer, data storage, industrial motors, MRAM, current sensor, magnetic sensor, and many more. This chapter covers the basic idea of spintronics, the working principle of spintronics, the different types or material used for the fabrication of devices, and the challenges which the researcher is facing. The different types of power-reducing techniques and devices are discussed along with the phenomena of spintronics like GMR, TMR, spin transfer torque, spin hall effect, etc. The main purpose of writing this chapter is to understand the basics of spintronic and spintronic devices, with their applications in AI.</a:t>
            </a:r>
          </a:p>
          <a:p>
            <a:endParaRPr lang="tr-TR" dirty="0"/>
          </a:p>
        </p:txBody>
      </p:sp>
    </p:spTree>
    <p:extLst>
      <p:ext uri="{BB962C8B-B14F-4D97-AF65-F5344CB8AC3E}">
        <p14:creationId xmlns:p14="http://schemas.microsoft.com/office/powerpoint/2010/main" val="3533800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E0B3A0-9C54-14FF-06CB-70BBDA7AD4BC}"/>
              </a:ext>
            </a:extLst>
          </p:cNvPr>
          <p:cNvSpPr>
            <a:spLocks noGrp="1"/>
          </p:cNvSpPr>
          <p:nvPr>
            <p:ph type="title"/>
          </p:nvPr>
        </p:nvSpPr>
        <p:spPr/>
        <p:txBody>
          <a:bodyPr/>
          <a:lstStyle/>
          <a:p>
            <a:r>
              <a:rPr lang="tr-TR" dirty="0" err="1"/>
              <a:t>Contents</a:t>
            </a:r>
            <a:endParaRPr lang="tr-TR" dirty="0"/>
          </a:p>
        </p:txBody>
      </p:sp>
      <p:sp>
        <p:nvSpPr>
          <p:cNvPr id="3" name="İçerik Yer Tutucusu 2">
            <a:extLst>
              <a:ext uri="{FF2B5EF4-FFF2-40B4-BE49-F238E27FC236}">
                <a16:creationId xmlns:a16="http://schemas.microsoft.com/office/drawing/2014/main" id="{F18DBE2D-8938-7D0B-4A87-58E49744F75F}"/>
              </a:ext>
            </a:extLst>
          </p:cNvPr>
          <p:cNvSpPr>
            <a:spLocks noGrp="1"/>
          </p:cNvSpPr>
          <p:nvPr>
            <p:ph idx="1"/>
          </p:nvPr>
        </p:nvSpPr>
        <p:spPr/>
        <p:txBody>
          <a:bodyPr/>
          <a:lstStyle/>
          <a:p>
            <a:r>
              <a:rPr lang="en-US" dirty="0"/>
              <a:t>1. What is Spintronics?</a:t>
            </a:r>
          </a:p>
          <a:p>
            <a:r>
              <a:rPr lang="en-US" dirty="0"/>
              <a:t>2. TDK</a:t>
            </a:r>
            <a:r>
              <a:rPr lang="tr-TR" dirty="0"/>
              <a:t> </a:t>
            </a:r>
            <a:r>
              <a:rPr lang="tr-TR" sz="1800" dirty="0">
                <a:effectLst/>
                <a:ea typeface="Calibri" panose="020F0502020204030204" pitchFamily="34" charset="0"/>
                <a:cs typeface="Times New Roman" panose="02020603050405020304" pitchFamily="18" charset="0"/>
              </a:rPr>
              <a:t>Corporation</a:t>
            </a:r>
            <a:r>
              <a:rPr lang="en-US" dirty="0"/>
              <a:t>’s Spin Photo Detector</a:t>
            </a:r>
          </a:p>
          <a:p>
            <a:r>
              <a:rPr lang="en-US" dirty="0"/>
              <a:t>3. Key Features</a:t>
            </a:r>
          </a:p>
          <a:p>
            <a:r>
              <a:rPr lang="en-US" dirty="0"/>
              <a:t>4. Where Can It Be Used?</a:t>
            </a:r>
            <a:endParaRPr lang="tr-TR" dirty="0"/>
          </a:p>
          <a:p>
            <a:r>
              <a:rPr lang="tr-TR" sz="1800" dirty="0"/>
              <a:t>5.</a:t>
            </a:r>
            <a:r>
              <a:rPr lang="en-US" sz="1800" dirty="0"/>
              <a:t>The Potential of Spintronic Technology in AI Applications</a:t>
            </a:r>
            <a:endParaRPr lang="en-US" dirty="0"/>
          </a:p>
          <a:p>
            <a:r>
              <a:rPr lang="tr-TR" dirty="0"/>
              <a:t>6</a:t>
            </a:r>
            <a:r>
              <a:rPr lang="en-US" dirty="0"/>
              <a:t>. What’s Next?</a:t>
            </a:r>
          </a:p>
          <a:p>
            <a:r>
              <a:rPr lang="tr-TR" dirty="0"/>
              <a:t>7</a:t>
            </a:r>
            <a:r>
              <a:rPr lang="en-US" dirty="0"/>
              <a:t>. Why It Matters</a:t>
            </a:r>
          </a:p>
          <a:p>
            <a:endParaRPr lang="tr-TR" dirty="0"/>
          </a:p>
        </p:txBody>
      </p:sp>
    </p:spTree>
    <p:extLst>
      <p:ext uri="{BB962C8B-B14F-4D97-AF65-F5344CB8AC3E}">
        <p14:creationId xmlns:p14="http://schemas.microsoft.com/office/powerpoint/2010/main" val="606124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0100" y="642594"/>
            <a:ext cx="7543800" cy="1371600"/>
          </a:xfrm>
        </p:spPr>
        <p:txBody>
          <a:bodyPr>
            <a:normAutofit/>
          </a:bodyPr>
          <a:lstStyle/>
          <a:p>
            <a:pPr algn="ctr"/>
            <a:r>
              <a:t>What is Spintronics?</a:t>
            </a:r>
            <a:endParaRPr lang="tr-TR"/>
          </a:p>
        </p:txBody>
      </p:sp>
      <p:graphicFrame>
        <p:nvGraphicFramePr>
          <p:cNvPr id="5" name="Content Placeholder 2">
            <a:extLst>
              <a:ext uri="{FF2B5EF4-FFF2-40B4-BE49-F238E27FC236}">
                <a16:creationId xmlns:a16="http://schemas.microsoft.com/office/drawing/2014/main" id="{8BDC2E2D-FA37-7C09-47A2-A12AF07DC7CC}"/>
              </a:ext>
            </a:extLst>
          </p:cNvPr>
          <p:cNvGraphicFramePr>
            <a:graphicFrameLocks noGrp="1"/>
          </p:cNvGraphicFramePr>
          <p:nvPr>
            <p:ph idx="1"/>
            <p:extLst>
              <p:ext uri="{D42A27DB-BD31-4B8C-83A1-F6EECF244321}">
                <p14:modId xmlns:p14="http://schemas.microsoft.com/office/powerpoint/2010/main" val="1251052297"/>
              </p:ext>
            </p:extLst>
          </p:nvPr>
        </p:nvGraphicFramePr>
        <p:xfrm>
          <a:off x="989900" y="4622334"/>
          <a:ext cx="7099183" cy="1895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Resim 2" descr="metin, ekran görüntüsü, diyagram, tasarım içeren bir resim&#10;&#10;Yapay zeka tarafından oluşturulan içerik yanlış olabilir.">
            <a:extLst>
              <a:ext uri="{FF2B5EF4-FFF2-40B4-BE49-F238E27FC236}">
                <a16:creationId xmlns:a16="http://schemas.microsoft.com/office/drawing/2014/main" id="{EF1E4348-342A-34EC-6A3B-77D5135618D6}"/>
              </a:ext>
            </a:extLst>
          </p:cNvPr>
          <p:cNvPicPr>
            <a:picLocks noChangeAspect="1"/>
          </p:cNvPicPr>
          <p:nvPr/>
        </p:nvPicPr>
        <p:blipFill>
          <a:blip r:embed="rId7"/>
          <a:stretch>
            <a:fillRect/>
          </a:stretch>
        </p:blipFill>
        <p:spPr>
          <a:xfrm>
            <a:off x="2324983" y="1795244"/>
            <a:ext cx="4494033" cy="25020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DC5902C-615C-E317-1188-508CC76A8B65}"/>
              </a:ext>
            </a:extLst>
          </p:cNvPr>
          <p:cNvSpPr>
            <a:spLocks noGrp="1"/>
          </p:cNvSpPr>
          <p:nvPr>
            <p:ph type="title"/>
          </p:nvPr>
        </p:nvSpPr>
        <p:spPr>
          <a:xfrm>
            <a:off x="385896" y="-293614"/>
            <a:ext cx="7751426" cy="2290194"/>
          </a:xfrm>
        </p:spPr>
        <p:txBody>
          <a:bodyPr>
            <a:normAutofit/>
          </a:bodyPr>
          <a:lstStyle/>
          <a:p>
            <a:r>
              <a:rPr lang="en-US" sz="2000" dirty="0"/>
              <a:t>The Potential of Spintronic Technology in AI Applications</a:t>
            </a:r>
            <a:endParaRPr lang="tr-TR" sz="2000" dirty="0"/>
          </a:p>
        </p:txBody>
      </p:sp>
      <p:sp>
        <p:nvSpPr>
          <p:cNvPr id="4" name="Rectangle 1">
            <a:extLst>
              <a:ext uri="{FF2B5EF4-FFF2-40B4-BE49-F238E27FC236}">
                <a16:creationId xmlns:a16="http://schemas.microsoft.com/office/drawing/2014/main" id="{EBC7DA8A-784C-4E18-D1EA-43186BF69F81}"/>
              </a:ext>
            </a:extLst>
          </p:cNvPr>
          <p:cNvSpPr>
            <a:spLocks noGrp="1" noChangeArrowheads="1"/>
          </p:cNvSpPr>
          <p:nvPr>
            <p:ph idx="1"/>
          </p:nvPr>
        </p:nvSpPr>
        <p:spPr bwMode="auto">
          <a:xfrm>
            <a:off x="385895" y="1149493"/>
            <a:ext cx="8505556"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1" i="0" u="none" strike="noStrike" cap="none" normalizeH="0" baseline="0" dirty="0" err="1">
                <a:ln>
                  <a:noFill/>
                </a:ln>
                <a:solidFill>
                  <a:schemeClr val="tx1"/>
                </a:solidFill>
                <a:effectLst/>
              </a:rPr>
              <a:t>Spintronics</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and</a:t>
            </a:r>
            <a:r>
              <a:rPr kumimoji="0" lang="tr-TR" altLang="tr-TR" sz="1400" b="1" i="0" u="none" strike="noStrike" cap="none" normalizeH="0" baseline="0" dirty="0">
                <a:ln>
                  <a:noFill/>
                </a:ln>
                <a:solidFill>
                  <a:schemeClr val="tx1"/>
                </a:solidFill>
                <a:effectLst/>
              </a:rPr>
              <a:t> AI Integration</a:t>
            </a: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Spintronic</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technology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enables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integration</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with</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rapidly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advancing</a:t>
            </a:r>
            <a:r>
              <a:rPr kumimoji="0" lang="tr-TR" altLang="tr-TR" sz="1400" b="0" i="0" u="none" strike="noStrike" cap="none" normalizeH="0" baseline="0" dirty="0">
                <a:ln>
                  <a:noFill/>
                </a:ln>
                <a:solidFill>
                  <a:schemeClr val="tx1"/>
                </a:solidFill>
                <a:effectLst/>
              </a:rPr>
              <a:t> AI </a:t>
            </a:r>
            <a:r>
              <a:rPr kumimoji="0" lang="tr-TR" altLang="tr-TR" sz="1400" b="0" i="0" u="none" strike="noStrike" cap="none" normalizeH="0" baseline="0" dirty="0" err="1">
                <a:ln>
                  <a:noFill/>
                </a:ln>
                <a:solidFill>
                  <a:schemeClr val="tx1"/>
                </a:solidFill>
                <a:effectLst/>
              </a:rPr>
              <a:t>infrastructures</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This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study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examines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the</a:t>
            </a:r>
            <a:r>
              <a:rPr kumimoji="0" lang="tr-TR" altLang="tr-TR" sz="1400" b="0" i="0" u="none" strike="noStrike" cap="none" normalizeH="0" baseline="0" dirty="0">
                <a:ln>
                  <a:noFill/>
                </a:ln>
                <a:solidFill>
                  <a:schemeClr val="tx1"/>
                </a:solidFill>
                <a:effectLst/>
              </a:rPr>
              <a:t> role of </a:t>
            </a:r>
            <a:r>
              <a:rPr kumimoji="0" lang="tr-TR" altLang="tr-TR" sz="1400" b="0" i="0" u="none" strike="noStrike" cap="none" normalizeH="0" baseline="0" dirty="0" err="1">
                <a:ln>
                  <a:noFill/>
                </a:ln>
                <a:solidFill>
                  <a:schemeClr val="tx1"/>
                </a:solidFill>
                <a:effectLst/>
              </a:rPr>
              <a:t>spintronic</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devices</a:t>
            </a:r>
            <a:r>
              <a:rPr kumimoji="0" lang="tr-TR" altLang="tr-TR" sz="1400" b="0" i="0" u="none" strike="noStrike" cap="none" normalizeH="0" baseline="0" dirty="0">
                <a:ln>
                  <a:noFill/>
                </a:ln>
                <a:solidFill>
                  <a:schemeClr val="tx1"/>
                </a:solidFill>
                <a:effectLst/>
              </a:rPr>
              <a:t> in AI </a:t>
            </a:r>
            <a:r>
              <a:rPr kumimoji="0" lang="tr-TR" altLang="tr-TR" sz="1400" b="0" i="0" u="none" strike="noStrike" cap="none" normalizeH="0" baseline="0" dirty="0" err="1">
                <a:ln>
                  <a:noFill/>
                </a:ln>
                <a:solidFill>
                  <a:schemeClr val="tx1"/>
                </a:solidFill>
                <a:effectLst/>
              </a:rPr>
              <a:t>applications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and</a:t>
            </a:r>
            <a:r>
              <a:rPr kumimoji="0" lang="tr-TR" altLang="tr-TR" sz="1400" b="0" i="0" u="none" strike="noStrike" cap="none" normalizeH="0" baseline="0" dirty="0">
                <a:ln>
                  <a:noFill/>
                </a:ln>
                <a:solidFill>
                  <a:schemeClr val="tx1"/>
                </a:solidFill>
                <a:effectLst/>
              </a:rPr>
              <a:t> how they can be </a:t>
            </a:r>
            <a:r>
              <a:rPr kumimoji="0" lang="tr-TR" altLang="tr-TR" sz="1400" b="0" i="0" u="none" strike="noStrike" cap="none" normalizeH="0" baseline="0" dirty="0" err="1">
                <a:ln>
                  <a:noFill/>
                </a:ln>
                <a:solidFill>
                  <a:schemeClr val="tx1"/>
                </a:solidFill>
                <a:effectLst/>
              </a:rPr>
              <a:t>integrated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into</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industrial</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production</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processes</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1" i="0" u="none" strike="noStrike" cap="none" normalizeH="0" baseline="0" dirty="0">
                <a:ln>
                  <a:noFill/>
                </a:ln>
                <a:solidFill>
                  <a:schemeClr val="tx1"/>
                </a:solidFill>
                <a:effectLst/>
              </a:rPr>
              <a:t>High </a:t>
            </a:r>
            <a:r>
              <a:rPr kumimoji="0" lang="tr-TR" altLang="tr-TR" sz="1400" b="1" i="0" u="none" strike="noStrike" cap="none" normalizeH="0" baseline="0" dirty="0" err="1">
                <a:ln>
                  <a:noFill/>
                </a:ln>
                <a:solidFill>
                  <a:schemeClr val="tx1"/>
                </a:solidFill>
                <a:effectLst/>
              </a:rPr>
              <a:t>Speed</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and</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Low</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Power</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Consumption</a:t>
            </a: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Spintronic</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d</a:t>
            </a:r>
            <a:r>
              <a:rPr kumimoji="0" lang="tr-TR" altLang="tr-TR" sz="1400" b="0" i="0" strike="noStrike" cap="none" normalizeH="0" baseline="0" dirty="0" err="1">
                <a:ln>
                  <a:noFill/>
                </a:ln>
                <a:solidFill>
                  <a:schemeClr val="tx1"/>
                </a:solidFill>
                <a:effectLst/>
              </a:rPr>
              <a:t>evic</a:t>
            </a:r>
            <a:r>
              <a:rPr kumimoji="0" lang="tr-TR" altLang="tr-TR" sz="1400" b="0" i="0" u="none" strike="noStrike" cap="none" normalizeH="0" baseline="0" dirty="0" err="1">
                <a:ln>
                  <a:noFill/>
                </a:ln>
                <a:solidFill>
                  <a:schemeClr val="tx1"/>
                </a:solidFill>
                <a:effectLst/>
              </a:rPr>
              <a:t>es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have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the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capacity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to</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process</a:t>
            </a:r>
            <a:r>
              <a:rPr kumimoji="0" lang="tr-TR" altLang="tr-TR" sz="1400" b="0" i="0" u="none" strike="noStrike" cap="none" normalizeH="0" baseline="0" dirty="0">
                <a:ln>
                  <a:noFill/>
                </a:ln>
                <a:solidFill>
                  <a:schemeClr val="tx1"/>
                </a:solidFill>
                <a:effectLst/>
              </a:rPr>
              <a:t> data at </a:t>
            </a:r>
            <a:r>
              <a:rPr kumimoji="0" lang="tr-TR" altLang="tr-TR" sz="1400" b="0" i="0" u="none" strike="noStrike" cap="none" normalizeH="0" baseline="0" dirty="0" err="1">
                <a:ln>
                  <a:noFill/>
                </a:ln>
                <a:solidFill>
                  <a:schemeClr val="tx1"/>
                </a:solidFill>
                <a:effectLst/>
              </a:rPr>
              <a:t>high</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speeds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with</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low</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energy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consumption</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Given</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that</a:t>
            </a:r>
            <a:r>
              <a:rPr kumimoji="0" lang="tr-TR" altLang="tr-TR" sz="1400" b="0" i="0" u="none" strike="noStrike" cap="none" normalizeH="0" baseline="0" dirty="0">
                <a:ln>
                  <a:noFill/>
                </a:ln>
                <a:solidFill>
                  <a:schemeClr val="tx1"/>
                </a:solidFill>
                <a:effectLst/>
              </a:rPr>
              <a:t> AI </a:t>
            </a:r>
            <a:r>
              <a:rPr kumimoji="0" lang="tr-TR" altLang="tr-TR" sz="1400" b="0" i="0" u="none" strike="noStrike" cap="none" normalizeH="0" baseline="0" dirty="0" err="1">
                <a:ln>
                  <a:noFill/>
                </a:ln>
                <a:solidFill>
                  <a:schemeClr val="tx1"/>
                </a:solidFill>
                <a:effectLst/>
              </a:rPr>
              <a:t>algorithms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require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intensive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computations</a:t>
            </a:r>
            <a:r>
              <a:rPr kumimoji="0" lang="tr-TR" altLang="tr-TR" sz="1400" b="0" i="0" u="none" strike="noStrike" cap="none" normalizeH="0" baseline="0" dirty="0">
                <a:ln>
                  <a:noFill/>
                </a:ln>
                <a:solidFill>
                  <a:schemeClr val="tx1"/>
                </a:solidFill>
                <a:effectLst/>
              </a:rPr>
              <a:t> on </a:t>
            </a:r>
            <a:r>
              <a:rPr kumimoji="0" lang="tr-TR" altLang="tr-TR" sz="1400" b="0" i="0" u="none" strike="noStrike" cap="none" normalizeH="0" baseline="0" dirty="0" err="1">
                <a:ln>
                  <a:noFill/>
                </a:ln>
                <a:solidFill>
                  <a:schemeClr val="tx1"/>
                </a:solidFill>
                <a:effectLst/>
              </a:rPr>
              <a:t>large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amounts</a:t>
            </a:r>
            <a:r>
              <a:rPr kumimoji="0" lang="tr-TR" altLang="tr-TR" sz="1400" b="0" i="0" u="none" strike="noStrike" cap="none" normalizeH="0" baseline="0" dirty="0">
                <a:ln>
                  <a:noFill/>
                </a:ln>
                <a:solidFill>
                  <a:schemeClr val="tx1"/>
                </a:solidFill>
                <a:effectLst/>
              </a:rPr>
              <a:t> of data, </a:t>
            </a:r>
            <a:r>
              <a:rPr kumimoji="0" lang="tr-TR" altLang="tr-TR" sz="1400" b="0" i="0" u="none" strike="noStrike" cap="none" normalizeH="0" baseline="0" dirty="0" err="1">
                <a:ln>
                  <a:noFill/>
                </a:ln>
                <a:solidFill>
                  <a:schemeClr val="tx1"/>
                </a:solidFill>
                <a:effectLst/>
              </a:rPr>
              <a:t>spintronic</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technology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becomes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crucial</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for</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improving</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energy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efficiency</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1" i="0" u="none" strike="noStrike" cap="none" normalizeH="0" baseline="0" dirty="0">
                <a:ln>
                  <a:noFill/>
                </a:ln>
                <a:solidFill>
                  <a:schemeClr val="tx1"/>
                </a:solidFill>
                <a:effectLst/>
              </a:rPr>
              <a:t>Compact </a:t>
            </a:r>
            <a:r>
              <a:rPr kumimoji="0" lang="tr-TR" altLang="tr-TR" sz="1400" b="1" i="0" u="none" strike="noStrike" cap="none" normalizeH="0" baseline="0" dirty="0" err="1">
                <a:ln>
                  <a:noFill/>
                </a:ln>
                <a:solidFill>
                  <a:schemeClr val="tx1"/>
                </a:solidFill>
                <a:effectLst/>
              </a:rPr>
              <a:t>Devices</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and</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Heat</a:t>
            </a:r>
            <a:r>
              <a:rPr kumimoji="0" lang="tr-TR" altLang="tr-TR" sz="1400" b="1" i="0" u="none" strike="noStrike" cap="none" normalizeH="0" baseline="0" dirty="0">
                <a:ln>
                  <a:noFill/>
                </a:ln>
                <a:solidFill>
                  <a:schemeClr val="tx1"/>
                </a:solidFill>
                <a:effectLst/>
              </a:rPr>
              <a:t> Management</a:t>
            </a: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Spintronic</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devices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are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more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compact</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and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generate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less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heat</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compared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to</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traditional</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electronics</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This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feature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enables</a:t>
            </a:r>
            <a:r>
              <a:rPr kumimoji="0" lang="tr-TR" altLang="tr-TR" sz="1400" b="0" i="0" u="none" strike="noStrike" cap="none" normalizeH="0" baseline="0" dirty="0">
                <a:ln>
                  <a:noFill/>
                </a:ln>
                <a:solidFill>
                  <a:schemeClr val="tx1"/>
                </a:solidFill>
                <a:effectLst/>
              </a:rPr>
              <a:t> AI hardware </a:t>
            </a:r>
            <a:r>
              <a:rPr kumimoji="0" lang="tr-TR" altLang="tr-TR" sz="1400" b="0" i="0" u="none" strike="noStrike" cap="none" normalizeH="0" baseline="0" dirty="0" err="1">
                <a:ln>
                  <a:noFill/>
                </a:ln>
                <a:solidFill>
                  <a:schemeClr val="tx1"/>
                </a:solidFill>
                <a:effectLst/>
              </a:rPr>
              <a:t>to</a:t>
            </a:r>
            <a:r>
              <a:rPr kumimoji="0" lang="tr-TR" altLang="tr-TR" sz="1400" b="0" i="0" u="none" strike="noStrike" cap="none" normalizeH="0" baseline="0" dirty="0">
                <a:ln>
                  <a:noFill/>
                </a:ln>
                <a:solidFill>
                  <a:schemeClr val="tx1"/>
                </a:solidFill>
                <a:effectLst/>
              </a:rPr>
              <a:t> be </a:t>
            </a:r>
            <a:r>
              <a:rPr kumimoji="0" lang="tr-TR" altLang="tr-TR" sz="1400" b="0" i="0" u="none" strike="noStrike" cap="none" normalizeH="0" baseline="0" dirty="0" err="1">
                <a:ln>
                  <a:noFill/>
                </a:ln>
                <a:solidFill>
                  <a:schemeClr val="tx1"/>
                </a:solidFill>
                <a:effectLst/>
              </a:rPr>
              <a:t>smaller</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and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more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efficient</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improving</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device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interactions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and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overall</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performance</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1" i="0" u="none" strike="noStrike" cap="none" normalizeH="0" baseline="0" dirty="0" err="1">
                <a:ln>
                  <a:noFill/>
                </a:ln>
                <a:solidFill>
                  <a:schemeClr val="tx1"/>
                </a:solidFill>
                <a:effectLst/>
              </a:rPr>
              <a:t>Non-volatility</a:t>
            </a: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Spintronic</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devices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feature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non-volatile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memory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reducing</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the</a:t>
            </a:r>
            <a:r>
              <a:rPr kumimoji="0" lang="tr-TR" altLang="tr-TR" sz="1400" b="0" i="0" u="none" strike="noStrike" cap="none" normalizeH="0" baseline="0" dirty="0">
                <a:ln>
                  <a:noFill/>
                </a:ln>
                <a:solidFill>
                  <a:schemeClr val="tx1"/>
                </a:solidFill>
                <a:effectLst/>
              </a:rPr>
              <a:t> risk of data </a:t>
            </a:r>
            <a:r>
              <a:rPr kumimoji="0" lang="tr-TR" altLang="tr-TR" sz="1400" b="0" i="0" u="none" strike="noStrike" cap="none" normalizeH="0" baseline="0" dirty="0" err="1">
                <a:ln>
                  <a:noFill/>
                </a:ln>
                <a:solidFill>
                  <a:schemeClr val="tx1"/>
                </a:solidFill>
                <a:effectLst/>
              </a:rPr>
              <a:t>loss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and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enabling</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faster</a:t>
            </a:r>
            <a:r>
              <a:rPr kumimoji="0" lang="tr-TR" altLang="tr-TR" sz="1400" b="0" i="0" u="none" strike="noStrike" cap="none" normalizeH="0" baseline="0" dirty="0">
                <a:ln>
                  <a:noFill/>
                </a:ln>
                <a:solidFill>
                  <a:schemeClr val="tx1"/>
                </a:solidFill>
                <a:effectLst/>
              </a:rPr>
              <a:t> data </a:t>
            </a:r>
            <a:r>
              <a:rPr kumimoji="0" lang="tr-TR" altLang="tr-TR" sz="1400" b="0" i="0" u="none" strike="noStrike" cap="none" normalizeH="0" baseline="0" dirty="0" err="1">
                <a:ln>
                  <a:noFill/>
                </a:ln>
                <a:solidFill>
                  <a:schemeClr val="tx1"/>
                </a:solidFill>
                <a:effectLst/>
              </a:rPr>
              <a:t>access</a:t>
            </a:r>
            <a:r>
              <a:rPr kumimoji="0" lang="tr-TR" altLang="tr-TR" sz="1400" b="0" i="0" u="none" strike="noStrike" cap="none" normalizeH="0" baseline="0" dirty="0">
                <a:ln>
                  <a:noFill/>
                </a:ln>
                <a:solidFill>
                  <a:schemeClr val="tx1"/>
                </a:solidFill>
                <a:effectLst/>
              </a:rPr>
              <a:t> in AI </a:t>
            </a:r>
            <a:r>
              <a:rPr kumimoji="0" lang="tr-TR" altLang="tr-TR" sz="1400" b="0" i="0" u="none" strike="noStrike" cap="none" normalizeH="0" baseline="0" dirty="0" err="1">
                <a:ln>
                  <a:noFill/>
                </a:ln>
                <a:solidFill>
                  <a:schemeClr val="tx1"/>
                </a:solidFill>
                <a:effectLst/>
              </a:rPr>
              <a:t>applications</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1" i="0" u="none" strike="noStrike" cap="none" normalizeH="0" baseline="0" dirty="0" err="1">
                <a:ln>
                  <a:noFill/>
                </a:ln>
                <a:solidFill>
                  <a:schemeClr val="tx1"/>
                </a:solidFill>
                <a:effectLst/>
              </a:rPr>
              <a:t>Other</a:t>
            </a:r>
            <a:r>
              <a:rPr kumimoji="0" lang="tr-TR" altLang="tr-TR" sz="1400" b="1" i="0" u="none" strike="noStrike" cap="none" normalizeH="0" baseline="0" dirty="0">
                <a:ln>
                  <a:noFill/>
                </a:ln>
                <a:solidFill>
                  <a:schemeClr val="tx1"/>
                </a:solidFill>
                <a:effectLst/>
              </a:rPr>
              <a:t> </a:t>
            </a:r>
            <a:r>
              <a:rPr kumimoji="0" lang="tr-TR" altLang="tr-TR" sz="1400" b="1" i="0" u="none" strike="noStrike" cap="none" normalizeH="0" baseline="0" dirty="0" err="1">
                <a:ln>
                  <a:noFill/>
                </a:ln>
                <a:solidFill>
                  <a:schemeClr val="tx1"/>
                </a:solidFill>
                <a:effectLst/>
              </a:rPr>
              <a:t>Potential</a:t>
            </a:r>
            <a:r>
              <a:rPr kumimoji="0" lang="tr-TR" altLang="tr-TR" sz="1400" b="1" i="0" u="none" strike="noStrike" cap="none" normalizeH="0" baseline="0" dirty="0">
                <a:ln>
                  <a:noFill/>
                </a:ln>
                <a:solidFill>
                  <a:schemeClr val="tx1"/>
                </a:solidFill>
                <a:effectLst/>
              </a:rPr>
              <a:t> Applications</a:t>
            </a:r>
            <a:endParaRPr kumimoji="0" lang="tr-TR" altLang="tr-T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Spintronic</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technology</a:t>
            </a:r>
            <a:r>
              <a:rPr kumimoji="0" lang="tr-TR" altLang="tr-TR" sz="1400" b="0" i="0" u="none" strike="noStrike" cap="none" normalizeH="0" baseline="0" dirty="0">
                <a:ln>
                  <a:noFill/>
                </a:ln>
                <a:solidFill>
                  <a:schemeClr val="tx1"/>
                </a:solidFill>
                <a:effectLst/>
              </a:rPr>
              <a:t> has </a:t>
            </a:r>
            <a:r>
              <a:rPr kumimoji="0" lang="tr-TR" altLang="tr-TR" sz="1400" b="0" i="0" u="none" strike="noStrike" cap="none" normalizeH="0" baseline="0" dirty="0" err="1">
                <a:ln>
                  <a:noFill/>
                </a:ln>
                <a:solidFill>
                  <a:schemeClr val="tx1"/>
                </a:solidFill>
                <a:effectLst/>
              </a:rPr>
              <a:t>potential</a:t>
            </a:r>
            <a:r>
              <a:rPr kumimoji="0" lang="tr-TR" altLang="tr-TR" sz="1400" b="0" i="0" u="none" strike="noStrike" cap="none" normalizeH="0" baseline="0" dirty="0">
                <a:ln>
                  <a:noFill/>
                </a:ln>
                <a:solidFill>
                  <a:schemeClr val="tx1"/>
                </a:solidFill>
                <a:effectLst/>
              </a:rPr>
              <a:t> in data </a:t>
            </a:r>
            <a:r>
              <a:rPr kumimoji="0" lang="tr-TR" altLang="tr-TR" sz="1400" b="0" i="0" u="none" strike="noStrike" cap="none" normalizeH="0" baseline="0" dirty="0" err="1">
                <a:ln>
                  <a:noFill/>
                </a:ln>
                <a:solidFill>
                  <a:schemeClr val="tx1"/>
                </a:solidFill>
                <a:effectLst/>
              </a:rPr>
              <a:t>storage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quantum</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computing</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and</a:t>
            </a:r>
            <a:r>
              <a:rPr kumimoji="0" lang="tr-TR" altLang="tr-TR" sz="1400" b="0" i="0" u="none" strike="noStrike" cap="none" normalizeH="0" baseline="0" dirty="0">
                <a:ln>
                  <a:noFill/>
                </a:ln>
                <a:solidFill>
                  <a:schemeClr val="tx1"/>
                </a:solidFill>
                <a:effectLst/>
              </a:rPr>
              <a:t> MRAM.</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400" b="0" i="0" u="none" strike="noStrike" cap="none" normalizeH="0" baseline="0" dirty="0" err="1">
                <a:ln>
                  <a:noFill/>
                </a:ln>
                <a:solidFill>
                  <a:schemeClr val="tx1"/>
                </a:solidFill>
                <a:effectLst/>
              </a:rPr>
              <a:t>This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study</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will</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explore</a:t>
            </a:r>
            <a:r>
              <a:rPr kumimoji="0" lang="tr-TR" altLang="tr-TR" sz="1400" b="0" i="0" u="none" strike="noStrike" cap="none" normalizeH="0" baseline="0" dirty="0">
                <a:ln>
                  <a:noFill/>
                </a:ln>
                <a:solidFill>
                  <a:schemeClr val="tx1"/>
                </a:solidFill>
                <a:effectLst/>
              </a:rPr>
              <a:t> how </a:t>
            </a:r>
            <a:r>
              <a:rPr kumimoji="0" lang="tr-TR" altLang="tr-TR" sz="1400" b="0" i="0" u="none" strike="noStrike" cap="none" normalizeH="0" baseline="0" dirty="0" err="1">
                <a:ln>
                  <a:noFill/>
                </a:ln>
                <a:solidFill>
                  <a:schemeClr val="tx1"/>
                </a:solidFill>
                <a:effectLst/>
              </a:rPr>
              <a:t>spintronics</a:t>
            </a:r>
            <a:r>
              <a:rPr kumimoji="0" lang="tr-TR" altLang="tr-TR" sz="1400" b="0" i="0" u="none" strike="noStrike" cap="none" normalizeH="0" baseline="0" dirty="0">
                <a:ln>
                  <a:noFill/>
                </a:ln>
                <a:solidFill>
                  <a:schemeClr val="tx1"/>
                </a:solidFill>
                <a:effectLst/>
              </a:rPr>
              <a:t> can </a:t>
            </a:r>
            <a:r>
              <a:rPr kumimoji="0" lang="tr-TR" altLang="tr-TR" sz="1400" b="0" i="0" u="none" strike="noStrike" cap="none" normalizeH="0" baseline="0" dirty="0" err="1">
                <a:ln>
                  <a:noFill/>
                </a:ln>
                <a:solidFill>
                  <a:schemeClr val="tx1"/>
                </a:solidFill>
                <a:effectLst/>
              </a:rPr>
              <a:t>revolutionize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these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fields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and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the</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challenges</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that</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need</a:t>
            </a:r>
            <a:r>
              <a:rPr kumimoji="0" lang="tr-TR" altLang="tr-TR" sz="1400" b="0" i="0" u="none" strike="noStrike" cap="none" normalizeH="0" baseline="0" dirty="0">
                <a:ln>
                  <a:noFill/>
                </a:ln>
                <a:solidFill>
                  <a:schemeClr val="tx1"/>
                </a:solidFill>
                <a:effectLst/>
              </a:rPr>
              <a:t>  </a:t>
            </a:r>
            <a:r>
              <a:rPr kumimoji="0" lang="tr-TR" altLang="tr-TR" sz="1400" b="0" i="0" u="none" strike="noStrike" cap="none" normalizeH="0" baseline="0" dirty="0" err="1">
                <a:ln>
                  <a:noFill/>
                </a:ln>
                <a:solidFill>
                  <a:schemeClr val="tx1"/>
                </a:solidFill>
                <a:effectLst/>
              </a:rPr>
              <a:t>to</a:t>
            </a:r>
            <a:r>
              <a:rPr kumimoji="0" lang="tr-TR" altLang="tr-TR" sz="1400" b="0" i="0" u="none" strike="noStrike" cap="none" normalizeH="0" baseline="0" dirty="0">
                <a:ln>
                  <a:noFill/>
                </a:ln>
                <a:solidFill>
                  <a:schemeClr val="tx1"/>
                </a:solidFill>
                <a:effectLst/>
              </a:rPr>
              <a:t> be  </a:t>
            </a:r>
            <a:r>
              <a:rPr kumimoji="0" lang="tr-TR" altLang="tr-TR" sz="1400" b="0" i="0" u="none" strike="noStrike" cap="none" normalizeH="0" baseline="0" dirty="0" err="1">
                <a:ln>
                  <a:noFill/>
                </a:ln>
                <a:solidFill>
                  <a:schemeClr val="tx1"/>
                </a:solidFill>
                <a:effectLst/>
              </a:rPr>
              <a:t>addressed</a:t>
            </a:r>
            <a:r>
              <a:rPr kumimoji="0" lang="tr-TR" altLang="tr-TR"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10835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TDK’s Spin Photo Detector</a:t>
            </a:r>
          </a:p>
        </p:txBody>
      </p:sp>
      <p:graphicFrame>
        <p:nvGraphicFramePr>
          <p:cNvPr id="7" name="Content Placeholder 2">
            <a:extLst>
              <a:ext uri="{FF2B5EF4-FFF2-40B4-BE49-F238E27FC236}">
                <a16:creationId xmlns:a16="http://schemas.microsoft.com/office/drawing/2014/main" id="{677A117D-361F-1346-EC09-6581E65B1C03}"/>
              </a:ext>
            </a:extLst>
          </p:cNvPr>
          <p:cNvGraphicFramePr>
            <a:graphicFrameLocks noGrp="1"/>
          </p:cNvGraphicFramePr>
          <p:nvPr>
            <p:ph idx="1"/>
          </p:nvPr>
        </p:nvGraphicFramePr>
        <p:xfrm>
          <a:off x="731520" y="2103120"/>
          <a:ext cx="7680960" cy="3931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0100" y="642594"/>
            <a:ext cx="7543800" cy="1371600"/>
          </a:xfrm>
        </p:spPr>
        <p:txBody>
          <a:bodyPr>
            <a:normAutofit/>
          </a:bodyPr>
          <a:lstStyle/>
          <a:p>
            <a:pPr algn="ctr"/>
            <a:r>
              <a:t>Key Features</a:t>
            </a:r>
            <a:endParaRPr lang="tr-TR"/>
          </a:p>
        </p:txBody>
      </p:sp>
      <p:graphicFrame>
        <p:nvGraphicFramePr>
          <p:cNvPr id="5" name="Content Placeholder 2">
            <a:extLst>
              <a:ext uri="{FF2B5EF4-FFF2-40B4-BE49-F238E27FC236}">
                <a16:creationId xmlns:a16="http://schemas.microsoft.com/office/drawing/2014/main" id="{222F7B21-CF18-7D51-DAB2-DDDAA8C66E5A}"/>
              </a:ext>
            </a:extLst>
          </p:cNvPr>
          <p:cNvGraphicFramePr>
            <a:graphicFrameLocks noGrp="1"/>
          </p:cNvGraphicFramePr>
          <p:nvPr>
            <p:ph idx="1"/>
            <p:extLst>
              <p:ext uri="{D42A27DB-BD31-4B8C-83A1-F6EECF244321}">
                <p14:modId xmlns:p14="http://schemas.microsoft.com/office/powerpoint/2010/main" val="3409073720"/>
              </p:ext>
            </p:extLst>
          </p:nvPr>
        </p:nvGraphicFramePr>
        <p:xfrm>
          <a:off x="800100" y="2310063"/>
          <a:ext cx="75438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0100" y="642594"/>
            <a:ext cx="7543800" cy="1371600"/>
          </a:xfrm>
        </p:spPr>
        <p:txBody>
          <a:bodyPr>
            <a:normAutofit/>
          </a:bodyPr>
          <a:lstStyle/>
          <a:p>
            <a:pPr algn="ctr"/>
            <a:r>
              <a:t>Where Can It Be Used?</a:t>
            </a:r>
            <a:endParaRPr lang="tr-TR"/>
          </a:p>
        </p:txBody>
      </p:sp>
      <p:graphicFrame>
        <p:nvGraphicFramePr>
          <p:cNvPr id="5" name="Content Placeholder 2">
            <a:extLst>
              <a:ext uri="{FF2B5EF4-FFF2-40B4-BE49-F238E27FC236}">
                <a16:creationId xmlns:a16="http://schemas.microsoft.com/office/drawing/2014/main" id="{4344A253-C3E1-DEDA-6193-6794E1147E0D}"/>
              </a:ext>
            </a:extLst>
          </p:cNvPr>
          <p:cNvGraphicFramePr>
            <a:graphicFrameLocks noGrp="1"/>
          </p:cNvGraphicFramePr>
          <p:nvPr>
            <p:ph idx="1"/>
            <p:extLst>
              <p:ext uri="{D42A27DB-BD31-4B8C-83A1-F6EECF244321}">
                <p14:modId xmlns:p14="http://schemas.microsoft.com/office/powerpoint/2010/main" val="1100384870"/>
              </p:ext>
            </p:extLst>
          </p:nvPr>
        </p:nvGraphicFramePr>
        <p:xfrm>
          <a:off x="800100" y="2310063"/>
          <a:ext cx="75438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What’s Next?</a:t>
            </a:r>
          </a:p>
        </p:txBody>
      </p:sp>
      <p:sp>
        <p:nvSpPr>
          <p:cNvPr id="3" name="Content Placeholder 2"/>
          <p:cNvSpPr>
            <a:spLocks noGrp="1"/>
          </p:cNvSpPr>
          <p:nvPr>
            <p:ph idx="1"/>
          </p:nvPr>
        </p:nvSpPr>
        <p:spPr/>
        <p:txBody>
          <a:bodyPr/>
          <a:lstStyle/>
          <a:p>
            <a:r>
              <a:t>- Sample production by 2026</a:t>
            </a:r>
          </a:p>
          <a:p>
            <a:r>
              <a:t>- Mass production in 5 years</a:t>
            </a:r>
          </a:p>
          <a:p>
            <a:r>
              <a:t>- May revolutionize AI hardware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0100" y="642594"/>
            <a:ext cx="7543800" cy="1371600"/>
          </a:xfrm>
        </p:spPr>
        <p:txBody>
          <a:bodyPr>
            <a:normAutofit/>
          </a:bodyPr>
          <a:lstStyle/>
          <a:p>
            <a:pPr algn="ctr"/>
            <a:r>
              <a:t>Why It Matters</a:t>
            </a:r>
            <a:endParaRPr lang="tr-TR"/>
          </a:p>
        </p:txBody>
      </p:sp>
      <p:graphicFrame>
        <p:nvGraphicFramePr>
          <p:cNvPr id="5" name="Content Placeholder 2">
            <a:extLst>
              <a:ext uri="{FF2B5EF4-FFF2-40B4-BE49-F238E27FC236}">
                <a16:creationId xmlns:a16="http://schemas.microsoft.com/office/drawing/2014/main" id="{3882A4A2-1C5F-F6B3-CAAB-A43F8A482397}"/>
              </a:ext>
            </a:extLst>
          </p:cNvPr>
          <p:cNvGraphicFramePr>
            <a:graphicFrameLocks noGrp="1"/>
          </p:cNvGraphicFramePr>
          <p:nvPr>
            <p:ph idx="1"/>
            <p:extLst>
              <p:ext uri="{D42A27DB-BD31-4B8C-83A1-F6EECF244321}">
                <p14:modId xmlns:p14="http://schemas.microsoft.com/office/powerpoint/2010/main" val="3982088281"/>
              </p:ext>
            </p:extLst>
          </p:nvPr>
        </p:nvGraphicFramePr>
        <p:xfrm>
          <a:off x="800100" y="2310063"/>
          <a:ext cx="75438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914C7E-0248-33CB-F027-2B3387206978}"/>
              </a:ext>
            </a:extLst>
          </p:cNvPr>
          <p:cNvSpPr>
            <a:spLocks noGrp="1"/>
          </p:cNvSpPr>
          <p:nvPr>
            <p:ph type="title"/>
          </p:nvPr>
        </p:nvSpPr>
        <p:spPr>
          <a:xfrm>
            <a:off x="731520" y="642593"/>
            <a:ext cx="7523247" cy="5514926"/>
          </a:xfrm>
        </p:spPr>
        <p:txBody>
          <a:bodyPr/>
          <a:lstStyle/>
          <a:p>
            <a:pPr algn="ctr"/>
            <a:r>
              <a:rPr lang="tr-TR" dirty="0" err="1"/>
              <a:t>Thank</a:t>
            </a:r>
            <a:r>
              <a:rPr lang="tr-TR" dirty="0"/>
              <a:t> </a:t>
            </a:r>
            <a:r>
              <a:rPr lang="tr-TR" dirty="0" err="1"/>
              <a:t>you</a:t>
            </a:r>
            <a:r>
              <a:rPr lang="tr-TR" dirty="0"/>
              <a:t> </a:t>
            </a:r>
            <a:r>
              <a:rPr lang="tr-TR" dirty="0">
                <a:sym typeface="Wingdings" panose="05000000000000000000" pitchFamily="2" charset="2"/>
              </a:rPr>
              <a:t></a:t>
            </a:r>
            <a:endParaRPr lang="tr-TR" dirty="0"/>
          </a:p>
        </p:txBody>
      </p:sp>
    </p:spTree>
    <p:extLst>
      <p:ext uri="{BB962C8B-B14F-4D97-AF65-F5344CB8AC3E}">
        <p14:creationId xmlns:p14="http://schemas.microsoft.com/office/powerpoint/2010/main" val="4042676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6FCC89-B04B-E7D5-AED5-EB4CDC07ED94}"/>
              </a:ext>
            </a:extLst>
          </p:cNvPr>
          <p:cNvSpPr>
            <a:spLocks noGrp="1"/>
          </p:cNvSpPr>
          <p:nvPr>
            <p:ph type="title"/>
          </p:nvPr>
        </p:nvSpPr>
        <p:spPr>
          <a:xfrm>
            <a:off x="731520" y="1694576"/>
            <a:ext cx="7680960" cy="981512"/>
          </a:xfrm>
        </p:spPr>
        <p:txBody>
          <a:bodyPr>
            <a:normAutofit/>
          </a:bodyPr>
          <a:lstStyle/>
          <a:p>
            <a:r>
              <a:rPr lang="en-US" sz="2800" dirty="0"/>
              <a:t>Kaynakça:</a:t>
            </a:r>
            <a:br>
              <a:rPr lang="en-US" sz="2800" dirty="0"/>
            </a:br>
            <a:endParaRPr lang="tr-TR" sz="2800" dirty="0"/>
          </a:p>
        </p:txBody>
      </p:sp>
      <p:sp>
        <p:nvSpPr>
          <p:cNvPr id="3" name="İçerik Yer Tutucusu 2">
            <a:extLst>
              <a:ext uri="{FF2B5EF4-FFF2-40B4-BE49-F238E27FC236}">
                <a16:creationId xmlns:a16="http://schemas.microsoft.com/office/drawing/2014/main" id="{0A0ABC87-34A6-8497-652E-132D76437FB2}"/>
              </a:ext>
            </a:extLst>
          </p:cNvPr>
          <p:cNvSpPr>
            <a:spLocks noGrp="1"/>
          </p:cNvSpPr>
          <p:nvPr>
            <p:ph idx="1"/>
          </p:nvPr>
        </p:nvSpPr>
        <p:spPr/>
        <p:txBody>
          <a:bodyPr/>
          <a:lstStyle/>
          <a:p>
            <a:endParaRPr lang="tr-TR" dirty="0"/>
          </a:p>
          <a:p>
            <a:pPr marL="0" indent="0">
              <a:buNone/>
            </a:pPr>
            <a:r>
              <a:rPr lang="tr-TR" dirty="0"/>
              <a:t>T</a:t>
            </a:r>
            <a:r>
              <a:rPr lang="en-US" dirty="0"/>
              <a:t>DK Corporation. (2025, April 23). </a:t>
            </a:r>
            <a:r>
              <a:rPr lang="en-US" i="1" dirty="0"/>
              <a:t>TDK Develops World's First Spin Photo Detector Using MTJ Technology</a:t>
            </a:r>
            <a:r>
              <a:rPr lang="en-US" dirty="0"/>
              <a:t>. Retrieved from https://www.global.tdk.com/news_center/press/202504231200.htmlSharma, P., Gill, S. S., &amp; Raj, B. (2023). Spintronic technology applications for artificial intelligence. In S. S. Gill &amp; B. Raj (Eds.), </a:t>
            </a:r>
            <a:r>
              <a:rPr lang="en-US" i="1" dirty="0"/>
              <a:t>AI for big data-based engineering applications from security perspectives</a:t>
            </a:r>
            <a:r>
              <a:rPr lang="en-US" dirty="0"/>
              <a:t> (ss. 47–68). CRC Press. </a:t>
            </a:r>
            <a:r>
              <a:rPr lang="en-US" dirty="0">
                <a:hlinkClick r:id="rId2"/>
              </a:rPr>
              <a:t>https://doi.org/10.1201/9781003230113-3</a:t>
            </a:r>
            <a:r>
              <a:rPr lang="en-US" dirty="0"/>
              <a:t>​</a:t>
            </a:r>
            <a:endParaRPr lang="tr-TR" dirty="0"/>
          </a:p>
        </p:txBody>
      </p:sp>
    </p:spTree>
    <p:extLst>
      <p:ext uri="{BB962C8B-B14F-4D97-AF65-F5344CB8AC3E}">
        <p14:creationId xmlns:p14="http://schemas.microsoft.com/office/powerpoint/2010/main" val="13590940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bun">
  <a:themeElements>
    <a:clrScheme name="Sabu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bu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bu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TM03457510[[fn=Sabun]]</Template>
  <TotalTime>220</TotalTime>
  <Words>765</Words>
  <Application>Microsoft Office PowerPoint</Application>
  <PresentationFormat>Ekran Gösterisi (4:3)</PresentationFormat>
  <Paragraphs>58</Paragraphs>
  <Slides>12</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12</vt:i4>
      </vt:variant>
    </vt:vector>
  </HeadingPairs>
  <TitlesOfParts>
    <vt:vector size="18" baseType="lpstr">
      <vt:lpstr>Calibri</vt:lpstr>
      <vt:lpstr>Century Gothic</vt:lpstr>
      <vt:lpstr>Garamond</vt:lpstr>
      <vt:lpstr>Open Sans</vt:lpstr>
      <vt:lpstr>Wingdings</vt:lpstr>
      <vt:lpstr>Sabun</vt:lpstr>
      <vt:lpstr> Spin Photo Detector:  A Breakthrough in AI Data Transmission</vt:lpstr>
      <vt:lpstr>Abstract </vt:lpstr>
      <vt:lpstr>Contents</vt:lpstr>
      <vt:lpstr>What is Spintronics?</vt:lpstr>
      <vt:lpstr>The Potential of Spintronic Technology in AI Applications</vt:lpstr>
      <vt:lpstr>TDK’s Spin Photo Detector</vt:lpstr>
      <vt:lpstr>Key Features</vt:lpstr>
      <vt:lpstr>Where Can It Be Used?</vt:lpstr>
      <vt:lpstr>What’s Next?</vt:lpstr>
      <vt:lpstr>Why It Matters</vt:lpstr>
      <vt:lpstr>Thank you </vt:lpstr>
      <vt:lpstr>Kaynakça: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Merve</dc:creator>
  <cp:keywords/>
  <dc:description>generated using python-pptx</dc:description>
  <cp:lastModifiedBy>MERVE GOK</cp:lastModifiedBy>
  <cp:revision>5</cp:revision>
  <dcterms:created xsi:type="dcterms:W3CDTF">2013-01-27T09:14:16Z</dcterms:created>
  <dcterms:modified xsi:type="dcterms:W3CDTF">2025-04-28T22:06:39Z</dcterms:modified>
  <cp:category/>
</cp:coreProperties>
</file>